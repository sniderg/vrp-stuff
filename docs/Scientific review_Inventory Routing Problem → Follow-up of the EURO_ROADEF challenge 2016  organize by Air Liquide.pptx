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 id="214748368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662725" cy="9926625"/>
  <p:embeddedFontLst>
    <p:embeddedFont>
      <p:font typeface="Robo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21A919-760B-4B3C-8E1D-7B803A934F06}">
  <a:tblStyle styleId="{A321A919-760B-4B3C-8E1D-7B803A934F0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bold.fntdata"/><Relationship Id="rId10" Type="http://schemas.openxmlformats.org/officeDocument/2006/relationships/slide" Target="slides/slide4.xml"/><Relationship Id="rId32" Type="http://schemas.openxmlformats.org/officeDocument/2006/relationships/font" Target="fonts/Roboto-regular.fntdata"/><Relationship Id="rId13" Type="http://schemas.openxmlformats.org/officeDocument/2006/relationships/slide" Target="slides/slide7.xml"/><Relationship Id="rId35" Type="http://schemas.openxmlformats.org/officeDocument/2006/relationships/font" Target="fonts/Roboto-boldItalic.fntdata"/><Relationship Id="rId12" Type="http://schemas.openxmlformats.org/officeDocument/2006/relationships/slide" Target="slides/slide6.xml"/><Relationship Id="rId34" Type="http://schemas.openxmlformats.org/officeDocument/2006/relationships/font" Target="fonts/Roboto-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887663" cy="496886"/>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773487" y="0"/>
            <a:ext cx="2887661" cy="496886"/>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666750" y="4714875"/>
            <a:ext cx="5329238" cy="4467224"/>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6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163"/>
            <a:ext cx="2887663" cy="496886"/>
          </a:xfrm>
          <a:prstGeom prst="rect">
            <a:avLst/>
          </a:prstGeom>
          <a:noFill/>
          <a:ln>
            <a:noFill/>
          </a:ln>
        </p:spPr>
        <p:txBody>
          <a:bodyPr anchorCtr="0" anchor="b"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773487" y="9428163"/>
            <a:ext cx="2887661" cy="496886"/>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Font typeface="Arial"/>
              <a:buNone/>
            </a:pPr>
            <a:fld id="{00000000-1234-1234-1234-123412341234}" type="slidenum">
              <a:rPr b="0" i="0" lang="en-GB" sz="1200" u="none" cap="none" strike="noStrike">
                <a:solidFill>
                  <a:schemeClr val="dk1"/>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4:notes"/>
          <p:cNvSpPr txBox="1"/>
          <p:nvPr>
            <p:ph idx="1" type="body"/>
          </p:nvPr>
        </p:nvSpPr>
        <p:spPr>
          <a:xfrm>
            <a:off x="666750" y="4714875"/>
            <a:ext cx="5329238" cy="4467224"/>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200" u="none" cap="none" strike="noStrike">
              <a:solidFill>
                <a:schemeClr val="dk1"/>
              </a:solidFill>
              <a:latin typeface="Arial"/>
              <a:ea typeface="Arial"/>
              <a:cs typeface="Arial"/>
              <a:sym typeface="Arial"/>
            </a:endParaRPr>
          </a:p>
        </p:txBody>
      </p:sp>
      <p:sp>
        <p:nvSpPr>
          <p:cNvPr id="247" name="Google Shape;247;p4:notes"/>
          <p:cNvSpPr/>
          <p:nvPr>
            <p:ph idx="2" type="sldImg"/>
          </p:nvPr>
        </p:nvSpPr>
        <p:spPr>
          <a:xfrm>
            <a:off x="23813" y="744537"/>
            <a:ext cx="6616699" cy="3722686"/>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7:notes"/>
          <p:cNvSpPr/>
          <p:nvPr>
            <p:ph idx="2" type="sldImg"/>
          </p:nvPr>
        </p:nvSpPr>
        <p:spPr>
          <a:xfrm>
            <a:off x="24248" y="744537"/>
            <a:ext cx="66159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53" name="Google Shape;253;p7:notes"/>
          <p:cNvSpPr txBox="1"/>
          <p:nvPr>
            <p:ph idx="1" type="body"/>
          </p:nvPr>
        </p:nvSpPr>
        <p:spPr>
          <a:xfrm>
            <a:off x="666750" y="4714875"/>
            <a:ext cx="5329200" cy="44673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Font typeface="Arial"/>
              <a:buNone/>
            </a:pPr>
            <a:r>
              <a:rPr lang="en-GB"/>
              <a:t>Filling Centre</a:t>
            </a:r>
            <a:endParaRPr b="0" i="0" sz="1200" u="none" cap="none" strike="noStrike">
              <a:solidFill>
                <a:schemeClr val="dk1"/>
              </a:solidFill>
              <a:latin typeface="Arial"/>
              <a:ea typeface="Arial"/>
              <a:cs typeface="Arial"/>
              <a:sym typeface="Arial"/>
            </a:endParaRPr>
          </a:p>
        </p:txBody>
      </p:sp>
      <p:sp>
        <p:nvSpPr>
          <p:cNvPr id="254" name="Google Shape;254;p7:notes"/>
          <p:cNvSpPr txBox="1"/>
          <p:nvPr>
            <p:ph idx="12" type="sldNum"/>
          </p:nvPr>
        </p:nvSpPr>
        <p:spPr>
          <a:xfrm>
            <a:off x="3773487" y="9428163"/>
            <a:ext cx="2887799" cy="496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8252e6a7a_0_142:notes"/>
          <p:cNvSpPr txBox="1"/>
          <p:nvPr>
            <p:ph idx="1" type="body"/>
          </p:nvPr>
        </p:nvSpPr>
        <p:spPr>
          <a:xfrm>
            <a:off x="666750" y="4714875"/>
            <a:ext cx="5329200" cy="44673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200" u="none" cap="none" strike="noStrike">
              <a:solidFill>
                <a:schemeClr val="dk1"/>
              </a:solidFill>
              <a:latin typeface="Arial"/>
              <a:ea typeface="Arial"/>
              <a:cs typeface="Arial"/>
              <a:sym typeface="Arial"/>
            </a:endParaRPr>
          </a:p>
        </p:txBody>
      </p:sp>
      <p:sp>
        <p:nvSpPr>
          <p:cNvPr id="261" name="Google Shape;261;g28252e6a7a_0_142: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8252e6a7a_0_148:notes"/>
          <p:cNvSpPr txBox="1"/>
          <p:nvPr>
            <p:ph idx="1" type="body"/>
          </p:nvPr>
        </p:nvSpPr>
        <p:spPr>
          <a:xfrm>
            <a:off x="667166" y="4716115"/>
            <a:ext cx="5328300" cy="44667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268" name="Google Shape;268;g28252e6a7a_0_148:notes"/>
          <p:cNvSpPr/>
          <p:nvPr>
            <p:ph idx="2" type="sldImg"/>
          </p:nvPr>
        </p:nvSpPr>
        <p:spPr>
          <a:xfrm>
            <a:off x="132353" y="743690"/>
            <a:ext cx="6402600" cy="3723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txBox="1"/>
          <p:nvPr>
            <p:ph idx="1" type="body"/>
          </p:nvPr>
        </p:nvSpPr>
        <p:spPr>
          <a:xfrm>
            <a:off x="666750" y="4714875"/>
            <a:ext cx="5329238" cy="4467224"/>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200" u="none" cap="none" strike="noStrike">
              <a:solidFill>
                <a:schemeClr val="dk1"/>
              </a:solidFill>
              <a:latin typeface="Arial"/>
              <a:ea typeface="Arial"/>
              <a:cs typeface="Arial"/>
              <a:sym typeface="Arial"/>
            </a:endParaRPr>
          </a:p>
        </p:txBody>
      </p:sp>
      <p:sp>
        <p:nvSpPr>
          <p:cNvPr id="283" name="Google Shape;283;p10: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55afc3a29_0_17: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55afc3a29_0_17: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291" name="Google Shape;291;g255afc3a29_0_17: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7288e72e3_0_2: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7288e72e3_0_2: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307" name="Google Shape;307;g27288e72e3_0_2: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7288e72e3_0_105:notes"/>
          <p:cNvSpPr/>
          <p:nvPr>
            <p:ph idx="2" type="sldImg"/>
          </p:nvPr>
        </p:nvSpPr>
        <p:spPr>
          <a:xfrm>
            <a:off x="132353" y="743690"/>
            <a:ext cx="6402600" cy="3723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7288e72e3_0_105:notes"/>
          <p:cNvSpPr txBox="1"/>
          <p:nvPr>
            <p:ph idx="1" type="body"/>
          </p:nvPr>
        </p:nvSpPr>
        <p:spPr>
          <a:xfrm>
            <a:off x="667166" y="4716115"/>
            <a:ext cx="5328300" cy="44667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316" name="Google Shape;316;g27288e72e3_0_105:notes"/>
          <p:cNvSpPr txBox="1"/>
          <p:nvPr>
            <p:ph idx="12" type="sldNum"/>
          </p:nvPr>
        </p:nvSpPr>
        <p:spPr>
          <a:xfrm>
            <a:off x="3773658" y="9429150"/>
            <a:ext cx="2887500" cy="495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7288e72e3_0_752:notes"/>
          <p:cNvSpPr txBox="1"/>
          <p:nvPr>
            <p:ph idx="1" type="body"/>
          </p:nvPr>
        </p:nvSpPr>
        <p:spPr>
          <a:xfrm>
            <a:off x="667166" y="4716115"/>
            <a:ext cx="5328300" cy="44667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335" name="Google Shape;335;g27288e72e3_0_752:notes"/>
          <p:cNvSpPr/>
          <p:nvPr>
            <p:ph idx="2" type="sldImg"/>
          </p:nvPr>
        </p:nvSpPr>
        <p:spPr>
          <a:xfrm>
            <a:off x="132353" y="743690"/>
            <a:ext cx="6402600" cy="3723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55afc3a29_0_103:notes"/>
          <p:cNvSpPr txBox="1"/>
          <p:nvPr>
            <p:ph idx="1" type="body"/>
          </p:nvPr>
        </p:nvSpPr>
        <p:spPr>
          <a:xfrm>
            <a:off x="666750" y="4714875"/>
            <a:ext cx="5329200" cy="44673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200" u="none" cap="none" strike="noStrike">
              <a:solidFill>
                <a:schemeClr val="dk1"/>
              </a:solidFill>
              <a:latin typeface="Arial"/>
              <a:ea typeface="Arial"/>
              <a:cs typeface="Arial"/>
              <a:sym typeface="Arial"/>
            </a:endParaRPr>
          </a:p>
        </p:txBody>
      </p:sp>
      <p:sp>
        <p:nvSpPr>
          <p:cNvPr id="343" name="Google Shape;343;g255afc3a29_0_103: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7288e72e3_0_9: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7288e72e3_0_9: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351" name="Google Shape;351;g27288e72e3_0_9: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6afbb393f_0_0: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6afbb393f_0_0: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370" name="Google Shape;370;g26afbb393f_0_0: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622a8eb5c_0_23:notes"/>
          <p:cNvSpPr txBox="1"/>
          <p:nvPr>
            <p:ph idx="1" type="body"/>
          </p:nvPr>
        </p:nvSpPr>
        <p:spPr>
          <a:xfrm>
            <a:off x="666750" y="4714875"/>
            <a:ext cx="5329200" cy="44673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200" u="none" cap="none" strike="noStrike">
              <a:solidFill>
                <a:schemeClr val="dk1"/>
              </a:solidFill>
              <a:latin typeface="Arial"/>
              <a:ea typeface="Arial"/>
              <a:cs typeface="Arial"/>
              <a:sym typeface="Arial"/>
            </a:endParaRPr>
          </a:p>
        </p:txBody>
      </p:sp>
      <p:sp>
        <p:nvSpPr>
          <p:cNvPr id="387" name="Google Shape;387;g2622a8eb5c_0_23: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814f9a496_0_0: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814f9a496_0_0: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395" name="Google Shape;395;g2814f9a496_0_0: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7288e72e3_0_360: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7288e72e3_0_360: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412" name="Google Shape;412;g27288e72e3_0_360: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8252e6a7a_0_1: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8252e6a7a_0_1: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435" name="Google Shape;435;g28252e6a7a_0_1: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7288e72e3_0_335: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7288e72e3_0_335: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447" name="Google Shape;447;g27288e72e3_0_335: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7288e72e3_0_368: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27288e72e3_0_368: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459" name="Google Shape;459;g27288e72e3_0_368: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7288e72e3_0_623: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7288e72e3_0_623: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497" name="Google Shape;497;g27288e72e3_0_623: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6efca8b11_0_0: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6efca8b11_0_0: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509" name="Google Shape;509;g26efca8b11_0_0: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8252e6a7a_0_79: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28252e6a7a_0_79: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517" name="Google Shape;517;g28252e6a7a_0_79: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8252e6a7a_0_86: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8252e6a7a_0_86: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528" name="Google Shape;528;g28252e6a7a_0_86: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8252e6a7a_0_127: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8252e6a7a_0_127: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539" name="Google Shape;539;g28252e6a7a_0_127: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8252e6a7a_0_134: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8252e6a7a_0_134:notes"/>
          <p:cNvSpPr txBox="1"/>
          <p:nvPr>
            <p:ph idx="1" type="body"/>
          </p:nvPr>
        </p:nvSpPr>
        <p:spPr>
          <a:xfrm>
            <a:off x="666750" y="4714875"/>
            <a:ext cx="5329200" cy="44673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
        <p:nvSpPr>
          <p:cNvPr id="547" name="Google Shape;547;g28252e6a7a_0_134:notes"/>
          <p:cNvSpPr txBox="1"/>
          <p:nvPr>
            <p:ph idx="12" type="sldNum"/>
          </p:nvPr>
        </p:nvSpPr>
        <p:spPr>
          <a:xfrm>
            <a:off x="3773487" y="9428163"/>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lang="en-GB"/>
              <a:t>‹#›</a:t>
            </a:fld>
            <a:endParaRPr sz="1400">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31:notes"/>
          <p:cNvSpPr txBox="1"/>
          <p:nvPr>
            <p:ph idx="1" type="body"/>
          </p:nvPr>
        </p:nvSpPr>
        <p:spPr>
          <a:xfrm>
            <a:off x="666750" y="4714875"/>
            <a:ext cx="5329238" cy="4467224"/>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200" u="none" cap="none" strike="noStrike">
              <a:solidFill>
                <a:schemeClr val="dk1"/>
              </a:solidFill>
              <a:latin typeface="Arial"/>
              <a:ea typeface="Arial"/>
              <a:cs typeface="Arial"/>
              <a:sym typeface="Arial"/>
            </a:endParaRPr>
          </a:p>
        </p:txBody>
      </p:sp>
      <p:sp>
        <p:nvSpPr>
          <p:cNvPr id="554" name="Google Shape;554;p31:notes"/>
          <p:cNvSpPr/>
          <p:nvPr>
            <p:ph idx="2" type="sldImg"/>
          </p:nvPr>
        </p:nvSpPr>
        <p:spPr>
          <a:xfrm>
            <a:off x="24249" y="744537"/>
            <a:ext cx="66159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1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Cover page">
    <p:spTree>
      <p:nvGrpSpPr>
        <p:cNvPr id="20" name="Shape 20"/>
        <p:cNvGrpSpPr/>
        <p:nvPr/>
      </p:nvGrpSpPr>
      <p:grpSpPr>
        <a:xfrm>
          <a:off x="0" y="0"/>
          <a:ext cx="0" cy="0"/>
          <a:chOff x="0" y="0"/>
          <a:chExt cx="0" cy="0"/>
        </a:xfrm>
      </p:grpSpPr>
      <p:pic>
        <p:nvPicPr>
          <p:cNvPr descr="A9RD8AD.png" id="21" name="Google Shape;21;p2"/>
          <p:cNvPicPr preferRelativeResize="0"/>
          <p:nvPr/>
        </p:nvPicPr>
        <p:blipFill rotWithShape="1">
          <a:blip r:embed="rId2">
            <a:alphaModFix/>
          </a:blip>
          <a:srcRect b="404" l="0" r="28607" t="859"/>
          <a:stretch/>
        </p:blipFill>
        <p:spPr>
          <a:xfrm>
            <a:off x="3565800" y="350"/>
            <a:ext cx="5578200" cy="5143500"/>
          </a:xfrm>
          <a:prstGeom prst="rect">
            <a:avLst/>
          </a:prstGeom>
          <a:noFill/>
          <a:ln>
            <a:noFill/>
          </a:ln>
        </p:spPr>
      </p:pic>
      <p:grpSp>
        <p:nvGrpSpPr>
          <p:cNvPr id="22" name="Google Shape;22;p2"/>
          <p:cNvGrpSpPr/>
          <p:nvPr/>
        </p:nvGrpSpPr>
        <p:grpSpPr>
          <a:xfrm>
            <a:off x="0" y="-1200"/>
            <a:ext cx="9152723" cy="5161200"/>
            <a:chOff x="0" y="-1200"/>
            <a:chExt cx="9152723" cy="5161200"/>
          </a:xfrm>
        </p:grpSpPr>
        <p:pic>
          <p:nvPicPr>
            <p:cNvPr descr="t1.png" id="23" name="Google Shape;23;p2"/>
            <p:cNvPicPr preferRelativeResize="0"/>
            <p:nvPr/>
          </p:nvPicPr>
          <p:blipFill rotWithShape="1">
            <a:blip r:embed="rId3">
              <a:alphaModFix/>
            </a:blip>
            <a:srcRect b="0" l="0" r="47875" t="0"/>
            <a:stretch/>
          </p:blipFill>
          <p:spPr>
            <a:xfrm>
              <a:off x="0" y="-1200"/>
              <a:ext cx="4766100" cy="5161200"/>
            </a:xfrm>
            <a:prstGeom prst="rect">
              <a:avLst/>
            </a:prstGeom>
            <a:noFill/>
            <a:ln>
              <a:noFill/>
            </a:ln>
          </p:spPr>
        </p:pic>
        <p:pic>
          <p:nvPicPr>
            <p:cNvPr descr="t1.png" id="24" name="Google Shape;24;p2"/>
            <p:cNvPicPr preferRelativeResize="0"/>
            <p:nvPr/>
          </p:nvPicPr>
          <p:blipFill rotWithShape="1">
            <a:blip r:embed="rId3">
              <a:alphaModFix/>
            </a:blip>
            <a:srcRect b="71834" l="51641" r="0" t="0"/>
            <a:stretch/>
          </p:blipFill>
          <p:spPr>
            <a:xfrm>
              <a:off x="4677924" y="-1200"/>
              <a:ext cx="4474799" cy="1448700"/>
            </a:xfrm>
            <a:prstGeom prst="rect">
              <a:avLst/>
            </a:prstGeom>
            <a:noFill/>
            <a:ln>
              <a:noFill/>
            </a:ln>
          </p:spPr>
        </p:pic>
        <p:pic>
          <p:nvPicPr>
            <p:cNvPr descr="t1.png" id="25" name="Google Shape;25;p2"/>
            <p:cNvPicPr preferRelativeResize="0"/>
            <p:nvPr/>
          </p:nvPicPr>
          <p:blipFill rotWithShape="1">
            <a:blip r:embed="rId3">
              <a:alphaModFix/>
            </a:blip>
            <a:srcRect b="0" l="51641" r="0" t="59225"/>
            <a:stretch/>
          </p:blipFill>
          <p:spPr>
            <a:xfrm>
              <a:off x="4722050" y="3053875"/>
              <a:ext cx="4422000" cy="2106000"/>
            </a:xfrm>
            <a:prstGeom prst="rect">
              <a:avLst/>
            </a:prstGeom>
            <a:noFill/>
            <a:ln>
              <a:noFill/>
            </a:ln>
          </p:spPr>
        </p:pic>
      </p:grpSp>
      <p:sp>
        <p:nvSpPr>
          <p:cNvPr id="26" name="Google Shape;26;p2"/>
          <p:cNvSpPr/>
          <p:nvPr/>
        </p:nvSpPr>
        <p:spPr>
          <a:xfrm>
            <a:off x="323528" y="4371950"/>
            <a:ext cx="4248600" cy="649918"/>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323528" y="4021796"/>
            <a:ext cx="4248600" cy="2985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Roboto"/>
              <a:ea typeface="Roboto"/>
              <a:cs typeface="Roboto"/>
              <a:sym typeface="Roboto"/>
            </a:endParaRPr>
          </a:p>
        </p:txBody>
      </p:sp>
      <p:sp>
        <p:nvSpPr>
          <p:cNvPr id="28" name="Google Shape;28;p2"/>
          <p:cNvSpPr txBox="1"/>
          <p:nvPr>
            <p:ph type="title"/>
          </p:nvPr>
        </p:nvSpPr>
        <p:spPr>
          <a:xfrm>
            <a:off x="260486" y="1316440"/>
            <a:ext cx="3999299" cy="856498"/>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0" i="0" sz="3600" u="none" cap="none" strike="noStrike">
                <a:solidFill>
                  <a:schemeClr val="dk1"/>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29" name="Google Shape;29;p2"/>
          <p:cNvSpPr/>
          <p:nvPr/>
        </p:nvSpPr>
        <p:spPr>
          <a:xfrm>
            <a:off x="4494651" y="4140157"/>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30" name="Google Shape;30;p2"/>
          <p:cNvSpPr/>
          <p:nvPr/>
        </p:nvSpPr>
        <p:spPr>
          <a:xfrm>
            <a:off x="279158" y="4116092"/>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31" name="Google Shape;31;p2"/>
          <p:cNvSpPr/>
          <p:nvPr/>
        </p:nvSpPr>
        <p:spPr>
          <a:xfrm>
            <a:off x="351163" y="4879662"/>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32" name="Google Shape;32;p2"/>
          <p:cNvSpPr/>
          <p:nvPr/>
        </p:nvSpPr>
        <p:spPr>
          <a:xfrm>
            <a:off x="4566660" y="4903726"/>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33" name="Google Shape;33;p2"/>
          <p:cNvSpPr/>
          <p:nvPr/>
        </p:nvSpPr>
        <p:spPr>
          <a:xfrm>
            <a:off x="4494651" y="3712826"/>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34" name="Google Shape;34;p2"/>
          <p:cNvSpPr/>
          <p:nvPr/>
        </p:nvSpPr>
        <p:spPr>
          <a:xfrm>
            <a:off x="279158" y="3688762"/>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35" name="Google Shape;35;p2"/>
          <p:cNvSpPr/>
          <p:nvPr/>
        </p:nvSpPr>
        <p:spPr>
          <a:xfrm>
            <a:off x="351163" y="4022639"/>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36" name="Google Shape;36;p2"/>
          <p:cNvSpPr/>
          <p:nvPr/>
        </p:nvSpPr>
        <p:spPr>
          <a:xfrm>
            <a:off x="4494651" y="4022639"/>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37" name="Google Shape;37;p2"/>
          <p:cNvSpPr txBox="1"/>
          <p:nvPr/>
        </p:nvSpPr>
        <p:spPr>
          <a:xfrm>
            <a:off x="367390" y="4408652"/>
            <a:ext cx="4132500" cy="665700"/>
          </a:xfrm>
          <a:prstGeom prst="rect">
            <a:avLst/>
          </a:prstGeom>
          <a:noFill/>
          <a:ln>
            <a:noFill/>
          </a:ln>
        </p:spPr>
        <p:txBody>
          <a:bodyPr anchorCtr="0" anchor="t" bIns="0" lIns="0" spcFirstLastPara="1" rIns="0" wrap="square" tIns="0">
            <a:noAutofit/>
          </a:bodyPr>
          <a:lstStyle/>
          <a:p>
            <a:pPr indent="0" lvl="0" marL="12700" marR="0" rtl="0" algn="just">
              <a:lnSpc>
                <a:spcPct val="100000"/>
              </a:lnSpc>
              <a:spcBef>
                <a:spcPts val="0"/>
              </a:spcBef>
              <a:spcAft>
                <a:spcPts val="0"/>
              </a:spcAft>
              <a:buClr>
                <a:srgbClr val="3760A4"/>
              </a:buClr>
              <a:buFont typeface="Helvetica Neue"/>
              <a:buNone/>
            </a:pPr>
            <a:r>
              <a:rPr b="0" i="0" lang="en-GB" sz="600" u="none" cap="none" strike="noStrike">
                <a:solidFill>
                  <a:srgbClr val="3760A4"/>
                </a:solidFill>
                <a:latin typeface="Roboto"/>
                <a:ea typeface="Roboto"/>
                <a:cs typeface="Roboto"/>
                <a:sym typeface="Roboto"/>
              </a:rPr>
              <a:t>This document and the information contained herein is l’Air Liquide S.A. or one of its affiliates’ property. The document is confidential business information and may furthermore contain confidential technical information. It is provided to certain employees of the Air Liquide Group for their internal use exclusively in the course of their employment. Any reproduction or disclosure of all or part of this document to third parties is prohibited without the express written consent of an authorized representative within the Air Liquide Group. If you have received this document by mistake, please immediately notify the sender and destroy the original message.</a:t>
            </a:r>
            <a:endParaRPr/>
          </a:p>
        </p:txBody>
      </p:sp>
      <p:sp>
        <p:nvSpPr>
          <p:cNvPr id="38" name="Google Shape;38;p2"/>
          <p:cNvSpPr txBox="1"/>
          <p:nvPr/>
        </p:nvSpPr>
        <p:spPr>
          <a:xfrm>
            <a:off x="252813" y="3875037"/>
            <a:ext cx="4176598" cy="42149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850" u="none" cap="none" strike="noStrike">
              <a:solidFill>
                <a:schemeClr val="dk1"/>
              </a:solidFill>
              <a:latin typeface="Roboto"/>
              <a:ea typeface="Roboto"/>
              <a:cs typeface="Roboto"/>
              <a:sym typeface="Roboto"/>
            </a:endParaRPr>
          </a:p>
          <a:p>
            <a:pPr indent="0" lvl="0" marL="114300" marR="0" rtl="0" algn="l">
              <a:lnSpc>
                <a:spcPct val="100000"/>
              </a:lnSpc>
              <a:spcBef>
                <a:spcPts val="0"/>
              </a:spcBef>
              <a:spcAft>
                <a:spcPts val="0"/>
              </a:spcAft>
              <a:buClr>
                <a:srgbClr val="3760A4"/>
              </a:buClr>
              <a:buFont typeface="Helvetica Neue"/>
              <a:buNone/>
            </a:pPr>
            <a:r>
              <a:rPr lang="en-GB" sz="850">
                <a:solidFill>
                  <a:srgbClr val="3760A4"/>
                </a:solidFill>
                <a:latin typeface="Roboto"/>
                <a:ea typeface="Roboto"/>
                <a:cs typeface="Roboto"/>
                <a:sym typeface="Roboto"/>
              </a:rPr>
              <a:t>CRPS </a:t>
            </a:r>
            <a:r>
              <a:rPr b="0" i="0" lang="en-GB" sz="850" u="none" cap="none" strike="noStrike">
                <a:solidFill>
                  <a:srgbClr val="3760A4"/>
                </a:solidFill>
                <a:latin typeface="Roboto"/>
                <a:ea typeface="Roboto"/>
                <a:cs typeface="Roboto"/>
                <a:sym typeface="Roboto"/>
              </a:rPr>
              <a:t>   </a:t>
            </a:r>
            <a:r>
              <a:rPr b="0" i="0" lang="en-GB" sz="1000" u="none" cap="none" strike="noStrike">
                <a:solidFill>
                  <a:schemeClr val="dk1"/>
                </a:solidFill>
                <a:latin typeface="Roboto"/>
                <a:ea typeface="Roboto"/>
                <a:cs typeface="Roboto"/>
                <a:sym typeface="Roboto"/>
              </a:rPr>
              <a:t>•</a:t>
            </a:r>
            <a:r>
              <a:rPr b="0" i="0" lang="en-GB" sz="850" u="none" cap="none" strike="noStrike">
                <a:solidFill>
                  <a:srgbClr val="3760A4"/>
                </a:solidFill>
                <a:latin typeface="Roboto"/>
                <a:ea typeface="Roboto"/>
                <a:cs typeface="Roboto"/>
                <a:sym typeface="Roboto"/>
              </a:rPr>
              <a:t>    </a:t>
            </a:r>
            <a:r>
              <a:rPr lang="en-GB" sz="850">
                <a:solidFill>
                  <a:srgbClr val="3760A4"/>
                </a:solidFill>
                <a:latin typeface="Roboto"/>
                <a:ea typeface="Roboto"/>
                <a:cs typeface="Roboto"/>
                <a:sym typeface="Roboto"/>
              </a:rPr>
              <a:t>24/10/2017</a:t>
            </a:r>
            <a:endParaRPr/>
          </a:p>
          <a:p>
            <a:pPr indent="0" lvl="0" marL="114300" marR="0" rtl="0" algn="l">
              <a:lnSpc>
                <a:spcPct val="100000"/>
              </a:lnSpc>
              <a:spcBef>
                <a:spcPts val="0"/>
              </a:spcBef>
              <a:spcAft>
                <a:spcPts val="0"/>
              </a:spcAft>
              <a:buClr>
                <a:srgbClr val="3760A4"/>
              </a:buClr>
              <a:buFont typeface="Helvetica Neue"/>
              <a:buNone/>
            </a:pPr>
            <a:r>
              <a:rPr lang="en-GB" sz="850">
                <a:solidFill>
                  <a:srgbClr val="3760A4"/>
                </a:solidFill>
                <a:latin typeface="Roboto"/>
                <a:ea typeface="Roboto"/>
                <a:cs typeface="Roboto"/>
                <a:sym typeface="Roboto"/>
              </a:rPr>
              <a:t>Rodrigue. Fokouop</a:t>
            </a:r>
            <a:r>
              <a:rPr b="0" i="0" lang="en-GB" sz="850" u="none" cap="none" strike="noStrike">
                <a:solidFill>
                  <a:schemeClr val="dk1"/>
                </a:solidFill>
                <a:latin typeface="Roboto"/>
                <a:ea typeface="Roboto"/>
                <a:cs typeface="Roboto"/>
                <a:sym typeface="Roboto"/>
              </a:rPr>
              <a:t>      </a:t>
            </a:r>
            <a:r>
              <a:rPr b="0" i="0" lang="en-GB" sz="1000" u="none" cap="none" strike="noStrike">
                <a:solidFill>
                  <a:schemeClr val="dk1"/>
                </a:solidFill>
                <a:latin typeface="Roboto"/>
                <a:ea typeface="Roboto"/>
                <a:cs typeface="Roboto"/>
                <a:sym typeface="Roboto"/>
              </a:rPr>
              <a:t>•</a:t>
            </a:r>
            <a:r>
              <a:rPr b="0" i="0" lang="en-GB" sz="850" u="none" cap="none" strike="noStrike">
                <a:solidFill>
                  <a:schemeClr val="dk1"/>
                </a:solidFill>
                <a:latin typeface="Roboto"/>
                <a:ea typeface="Roboto"/>
                <a:cs typeface="Roboto"/>
                <a:sym typeface="Roboto"/>
              </a:rPr>
              <a:t>      </a:t>
            </a:r>
            <a:r>
              <a:rPr lang="en-GB" sz="850">
                <a:solidFill>
                  <a:srgbClr val="3760A4"/>
                </a:solidFill>
                <a:latin typeface="Roboto"/>
                <a:ea typeface="Roboto"/>
                <a:cs typeface="Roboto"/>
                <a:sym typeface="Roboto"/>
              </a:rPr>
              <a:t>Computational &amp; data science group</a:t>
            </a:r>
            <a:endParaRPr/>
          </a:p>
        </p:txBody>
      </p:sp>
      <p:sp>
        <p:nvSpPr>
          <p:cNvPr id="39" name="Google Shape;39;p2"/>
          <p:cNvSpPr/>
          <p:nvPr/>
        </p:nvSpPr>
        <p:spPr>
          <a:xfrm>
            <a:off x="237225" y="3781600"/>
            <a:ext cx="3105300" cy="165600"/>
          </a:xfrm>
          <a:prstGeom prst="rect">
            <a:avLst/>
          </a:prstGeom>
          <a:noFill/>
          <a:ln>
            <a:noFill/>
          </a:ln>
        </p:spPr>
        <p:txBody>
          <a:bodyPr anchorCtr="0" anchor="t" bIns="39325" lIns="78700" spcFirstLastPara="1" rIns="78700" wrap="square" tIns="39325">
            <a:noAutofit/>
          </a:bodyPr>
          <a:lstStyle/>
          <a:p>
            <a:pPr indent="0" lvl="0" marL="12700" marR="0" rtl="0" algn="l">
              <a:lnSpc>
                <a:spcPct val="100000"/>
              </a:lnSpc>
              <a:spcBef>
                <a:spcPts val="0"/>
              </a:spcBef>
              <a:spcAft>
                <a:spcPts val="0"/>
              </a:spcAft>
              <a:buClr>
                <a:srgbClr val="3760A4"/>
              </a:buClr>
              <a:buFont typeface="Helvetica Neue"/>
              <a:buNone/>
            </a:pPr>
            <a:r>
              <a:rPr b="1" i="0" lang="en-GB" sz="650" u="none" cap="none" strike="noStrike">
                <a:solidFill>
                  <a:srgbClr val="3760A4"/>
                </a:solidFill>
                <a:latin typeface="Roboto"/>
                <a:ea typeface="Roboto"/>
                <a:cs typeface="Roboto"/>
                <a:sym typeface="Roboto"/>
              </a:rPr>
              <a:t>THIS  DOCUMENT  IS  </a:t>
            </a:r>
            <a:r>
              <a:rPr b="1" i="0" lang="en-GB" sz="650" u="none" cap="none" strike="noStrike">
                <a:solidFill>
                  <a:srgbClr val="7EA243"/>
                </a:solidFill>
                <a:latin typeface="Roboto"/>
                <a:ea typeface="Roboto"/>
                <a:cs typeface="Roboto"/>
                <a:sym typeface="Roboto"/>
              </a:rPr>
              <a:t>•INTERNAL </a:t>
            </a:r>
            <a:r>
              <a:rPr b="0" i="0" lang="en-GB" sz="1000" u="none" cap="none" strike="noStrike">
                <a:solidFill>
                  <a:schemeClr val="dk1"/>
                </a:solidFill>
                <a:latin typeface="Roboto"/>
                <a:ea typeface="Roboto"/>
                <a:cs typeface="Roboto"/>
                <a:sym typeface="Roboto"/>
              </a:rPr>
              <a:t>• </a:t>
            </a:r>
            <a:r>
              <a:rPr b="1" i="0" lang="en-GB" sz="700" u="none" cap="none" strike="noStrike">
                <a:solidFill>
                  <a:schemeClr val="dk1"/>
                </a:solidFill>
                <a:latin typeface="Roboto"/>
                <a:ea typeface="Roboto"/>
                <a:cs typeface="Roboto"/>
                <a:sym typeface="Roboto"/>
              </a:rPr>
              <a:t>OWNER:  R</a:t>
            </a:r>
            <a:r>
              <a:rPr b="1" lang="en-GB" sz="700">
                <a:solidFill>
                  <a:schemeClr val="dk1"/>
                </a:solidFill>
                <a:latin typeface="Roboto"/>
                <a:ea typeface="Roboto"/>
                <a:cs typeface="Roboto"/>
                <a:sym typeface="Roboto"/>
              </a:rPr>
              <a:t>. </a:t>
            </a:r>
            <a:r>
              <a:rPr b="1" i="0" lang="en-GB" sz="700" u="none" cap="none" strike="noStrike">
                <a:solidFill>
                  <a:schemeClr val="dk1"/>
                </a:solidFill>
                <a:latin typeface="Roboto"/>
                <a:ea typeface="Roboto"/>
                <a:cs typeface="Roboto"/>
                <a:sym typeface="Roboto"/>
              </a:rPr>
              <a:t>FOKOUOP &amp; J</a:t>
            </a:r>
            <a:r>
              <a:rPr b="1" lang="en-GB" sz="700">
                <a:solidFill>
                  <a:schemeClr val="dk1"/>
                </a:solidFill>
                <a:latin typeface="Roboto"/>
                <a:ea typeface="Roboto"/>
                <a:cs typeface="Roboto"/>
                <a:sym typeface="Roboto"/>
              </a:rPr>
              <a:t>ean ANDRE</a:t>
            </a:r>
            <a:endParaRPr/>
          </a:p>
          <a:p>
            <a:pPr indent="0" lvl="0" marL="12700" marR="0" rtl="0" algn="l">
              <a:lnSpc>
                <a:spcPct val="100000"/>
              </a:lnSpc>
              <a:spcBef>
                <a:spcPts val="0"/>
              </a:spcBef>
              <a:spcAft>
                <a:spcPts val="0"/>
              </a:spcAft>
              <a:buClr>
                <a:srgbClr val="3760A4"/>
              </a:buClr>
              <a:buFont typeface="Helvetica Neue"/>
              <a:buNone/>
            </a:pPr>
            <a:r>
              <a:t/>
            </a:r>
            <a:endParaRPr b="1" i="0" sz="650" u="none" cap="none" strike="noStrike">
              <a:solidFill>
                <a:srgbClr val="3760A4"/>
              </a:solidFill>
              <a:latin typeface="Roboto"/>
              <a:ea typeface="Roboto"/>
              <a:cs typeface="Roboto"/>
              <a:sym typeface="Roboto"/>
            </a:endParaRPr>
          </a:p>
        </p:txBody>
      </p:sp>
      <p:pic>
        <p:nvPicPr>
          <p:cNvPr id="40" name="Google Shape;40;p2"/>
          <p:cNvPicPr preferRelativeResize="0"/>
          <p:nvPr/>
        </p:nvPicPr>
        <p:blipFill rotWithShape="1">
          <a:blip r:embed="rId4">
            <a:alphaModFix/>
          </a:blip>
          <a:srcRect b="0" l="0" r="0" t="0"/>
          <a:stretch/>
        </p:blipFill>
        <p:spPr>
          <a:xfrm>
            <a:off x="165333" y="227289"/>
            <a:ext cx="2396475" cy="7326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41" name="Shape 41"/>
        <p:cNvGrpSpPr/>
        <p:nvPr/>
      </p:nvGrpSpPr>
      <p:grpSpPr>
        <a:xfrm>
          <a:off x="0" y="0"/>
          <a:ext cx="0" cy="0"/>
          <a:chOff x="0" y="0"/>
          <a:chExt cx="0" cy="0"/>
        </a:xfrm>
      </p:grpSpPr>
      <p:sp>
        <p:nvSpPr>
          <p:cNvPr id="42" name="Google Shape;42;p3"/>
          <p:cNvSpPr/>
          <p:nvPr/>
        </p:nvSpPr>
        <p:spPr>
          <a:xfrm>
            <a:off x="716479" y="1015125"/>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43" name="Google Shape;43;p3"/>
          <p:cNvSpPr txBox="1"/>
          <p:nvPr>
            <p:ph type="title"/>
          </p:nvPr>
        </p:nvSpPr>
        <p:spPr>
          <a:xfrm>
            <a:off x="620060" y="79343"/>
            <a:ext cx="65268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75FA4"/>
              </a:buClr>
              <a:buSzPts val="1400"/>
              <a:buFont typeface="Roboto"/>
              <a:buNone/>
              <a:defRPr b="0" i="0" sz="2500" u="none" cap="none" strike="noStrike">
                <a:solidFill>
                  <a:srgbClr val="375FA4"/>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44" name="Google Shape;44;p3"/>
          <p:cNvSpPr txBox="1"/>
          <p:nvPr>
            <p:ph idx="1" type="body"/>
          </p:nvPr>
        </p:nvSpPr>
        <p:spPr>
          <a:xfrm>
            <a:off x="611560" y="1102875"/>
            <a:ext cx="8064821" cy="2819699"/>
          </a:xfrm>
          <a:prstGeom prst="rect">
            <a:avLst/>
          </a:prstGeom>
          <a:noFill/>
          <a:ln>
            <a:noFill/>
          </a:ln>
        </p:spPr>
        <p:txBody>
          <a:bodyPr anchorCtr="0" anchor="t" bIns="91425" lIns="91425" spcFirstLastPara="1" rIns="91425" wrap="square" tIns="91425">
            <a:noAutofit/>
          </a:bodyPr>
          <a:lstStyle>
            <a:lvl1pPr indent="-371475" lvl="0" marL="457200" marR="0" rtl="0" algn="l">
              <a:lnSpc>
                <a:spcPct val="100000"/>
              </a:lnSpc>
              <a:spcBef>
                <a:spcPts val="0"/>
              </a:spcBef>
              <a:spcAft>
                <a:spcPts val="0"/>
              </a:spcAft>
              <a:buClr>
                <a:schemeClr val="dk2"/>
              </a:buClr>
              <a:buSzPts val="2250"/>
              <a:buFont typeface="Roboto"/>
              <a:buAutoNum type="arabicPlain"/>
              <a:defRPr b="0" i="0" sz="1500" u="none" cap="none" strike="noStrike">
                <a:solidFill>
                  <a:srgbClr val="575756"/>
                </a:solidFill>
                <a:latin typeface="Roboto"/>
                <a:ea typeface="Roboto"/>
                <a:cs typeface="Roboto"/>
                <a:sym typeface="Roboto"/>
              </a:defRPr>
            </a:lvl1pPr>
            <a:lvl2pPr indent="-292100" lvl="1" marL="914400" marR="0" rtl="0" algn="l">
              <a:lnSpc>
                <a:spcPct val="100000"/>
              </a:lnSpc>
              <a:spcBef>
                <a:spcPts val="900"/>
              </a:spcBef>
              <a:spcAft>
                <a:spcPts val="0"/>
              </a:spcAft>
              <a:buClr>
                <a:srgbClr val="6F6F6E"/>
              </a:buClr>
              <a:buSzPts val="1000"/>
              <a:buFont typeface="Roboto"/>
              <a:buChar char=" "/>
              <a:defRPr b="0" i="0" sz="1300" u="none" cap="none" strike="noStrike">
                <a:solidFill>
                  <a:srgbClr val="6F6F6E"/>
                </a:solidFill>
                <a:latin typeface="Roboto"/>
                <a:ea typeface="Roboto"/>
                <a:cs typeface="Roboto"/>
                <a:sym typeface="Roboto"/>
              </a:defRPr>
            </a:lvl2pPr>
            <a:lvl3pPr indent="-228600" lvl="2" marL="1371600" marR="0" rtl="0" algn="l">
              <a:lnSpc>
                <a:spcPct val="100000"/>
              </a:lnSpc>
              <a:spcBef>
                <a:spcPts val="300"/>
              </a:spcBef>
              <a:spcAft>
                <a:spcPts val="0"/>
              </a:spcAft>
              <a:buClr>
                <a:srgbClr val="6F6F6E"/>
              </a:buClr>
              <a:buSzPts val="1400"/>
              <a:buFont typeface="Roboto"/>
              <a:buNone/>
              <a:defRPr b="1" i="0" sz="1300" u="none" cap="none" strike="noStrike">
                <a:solidFill>
                  <a:srgbClr val="6F6F6E"/>
                </a:solidFill>
                <a:latin typeface="Roboto"/>
                <a:ea typeface="Roboto"/>
                <a:cs typeface="Roboto"/>
                <a:sym typeface="Roboto"/>
              </a:defRPr>
            </a:lvl3pPr>
            <a:lvl4pPr indent="-304800" lvl="3" marL="18288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4pPr>
            <a:lvl5pPr indent="-304800" lvl="4" marL="22860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5pPr>
            <a:lvl6pPr indent="-304800" lvl="5" marL="27432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6pPr>
            <a:lvl7pPr indent="-304800" lvl="6" marL="32004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7pPr>
            <a:lvl8pPr indent="-304800" lvl="7" marL="36576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8pPr>
            <a:lvl9pPr indent="-304800" lvl="8" marL="41148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9pPr>
          </a:lstStyle>
          <a:p/>
        </p:txBody>
      </p:sp>
      <p:sp>
        <p:nvSpPr>
          <p:cNvPr id="45" name="Google Shape;45;p3"/>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page 1">
  <p:cSld name="Chapter page 1">
    <p:spTree>
      <p:nvGrpSpPr>
        <p:cNvPr id="46" name="Shape 46"/>
        <p:cNvGrpSpPr/>
        <p:nvPr/>
      </p:nvGrpSpPr>
      <p:grpSpPr>
        <a:xfrm>
          <a:off x="0" y="0"/>
          <a:ext cx="0" cy="0"/>
          <a:chOff x="0" y="0"/>
          <a:chExt cx="0" cy="0"/>
        </a:xfrm>
      </p:grpSpPr>
      <p:sp>
        <p:nvSpPr>
          <p:cNvPr id="47" name="Google Shape;47;p4"/>
          <p:cNvSpPr/>
          <p:nvPr/>
        </p:nvSpPr>
        <p:spPr>
          <a:xfrm>
            <a:off x="0" y="0"/>
            <a:ext cx="9144000" cy="444389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pic>
        <p:nvPicPr>
          <p:cNvPr descr="chapitre1.png" id="48" name="Google Shape;48;p4"/>
          <p:cNvPicPr preferRelativeResize="0"/>
          <p:nvPr/>
        </p:nvPicPr>
        <p:blipFill rotWithShape="1">
          <a:blip r:embed="rId2">
            <a:alphaModFix/>
          </a:blip>
          <a:srcRect b="0" l="239" r="0" t="417"/>
          <a:stretch/>
        </p:blipFill>
        <p:spPr>
          <a:xfrm>
            <a:off x="0" y="0"/>
            <a:ext cx="9151499" cy="4515900"/>
          </a:xfrm>
          <a:prstGeom prst="rect">
            <a:avLst/>
          </a:prstGeom>
          <a:noFill/>
          <a:ln>
            <a:noFill/>
          </a:ln>
        </p:spPr>
      </p:pic>
      <p:sp>
        <p:nvSpPr>
          <p:cNvPr id="49" name="Google Shape;49;p4"/>
          <p:cNvSpPr txBox="1"/>
          <p:nvPr>
            <p:ph type="title"/>
          </p:nvPr>
        </p:nvSpPr>
        <p:spPr>
          <a:xfrm>
            <a:off x="2625500" y="485720"/>
            <a:ext cx="1876497" cy="12387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9000" u="none" cap="none" strike="noStrike">
                <a:solidFill>
                  <a:schemeClr val="lt1"/>
                </a:solidFill>
                <a:latin typeface="Roboto"/>
                <a:ea typeface="Roboto"/>
                <a:cs typeface="Roboto"/>
                <a:sym typeface="Roboto"/>
              </a:defRPr>
            </a:lvl1pPr>
            <a:lvl2pPr indent="0" lvl="1" rtl="0">
              <a:spcBef>
                <a:spcPts val="0"/>
              </a:spcBef>
              <a:spcAft>
                <a:spcPts val="0"/>
              </a:spcAft>
              <a:buSzPts val="1400"/>
              <a:buFont typeface="Arial"/>
              <a:buNone/>
              <a:defRPr sz="1200"/>
            </a:lvl2pPr>
            <a:lvl3pPr indent="0" lvl="2" rtl="0">
              <a:spcBef>
                <a:spcPts val="0"/>
              </a:spcBef>
              <a:spcAft>
                <a:spcPts val="0"/>
              </a:spcAft>
              <a:buSzPts val="1400"/>
              <a:buFont typeface="Arial"/>
              <a:buNone/>
              <a:defRPr sz="1200"/>
            </a:lvl3pPr>
            <a:lvl4pPr indent="0" lvl="3" rtl="0">
              <a:spcBef>
                <a:spcPts val="0"/>
              </a:spcBef>
              <a:spcAft>
                <a:spcPts val="0"/>
              </a:spcAft>
              <a:buSzPts val="1400"/>
              <a:buFont typeface="Arial"/>
              <a:buNone/>
              <a:defRPr sz="1200"/>
            </a:lvl4pPr>
            <a:lvl5pPr indent="0" lvl="4" rtl="0">
              <a:spcBef>
                <a:spcPts val="0"/>
              </a:spcBef>
              <a:spcAft>
                <a:spcPts val="0"/>
              </a:spcAft>
              <a:buSzPts val="1400"/>
              <a:buFont typeface="Arial"/>
              <a:buNone/>
              <a:defRPr sz="1200"/>
            </a:lvl5pPr>
            <a:lvl6pPr indent="0" lvl="5" rtl="0">
              <a:spcBef>
                <a:spcPts val="0"/>
              </a:spcBef>
              <a:spcAft>
                <a:spcPts val="0"/>
              </a:spcAft>
              <a:buSzPts val="1400"/>
              <a:buFont typeface="Arial"/>
              <a:buNone/>
              <a:defRPr sz="1200"/>
            </a:lvl6pPr>
            <a:lvl7pPr indent="0" lvl="6" rtl="0">
              <a:spcBef>
                <a:spcPts val="0"/>
              </a:spcBef>
              <a:spcAft>
                <a:spcPts val="0"/>
              </a:spcAft>
              <a:buSzPts val="1400"/>
              <a:buFont typeface="Arial"/>
              <a:buNone/>
              <a:defRPr sz="1200"/>
            </a:lvl7pPr>
            <a:lvl8pPr indent="0" lvl="7" rtl="0">
              <a:spcBef>
                <a:spcPts val="0"/>
              </a:spcBef>
              <a:spcAft>
                <a:spcPts val="0"/>
              </a:spcAft>
              <a:buSzPts val="1400"/>
              <a:buFont typeface="Arial"/>
              <a:buNone/>
              <a:defRPr sz="1200"/>
            </a:lvl8pPr>
            <a:lvl9pPr indent="0" lvl="8" rtl="0">
              <a:spcBef>
                <a:spcPts val="0"/>
              </a:spcBef>
              <a:spcAft>
                <a:spcPts val="0"/>
              </a:spcAft>
              <a:buSzPts val="1400"/>
              <a:buFont typeface="Arial"/>
              <a:buNone/>
              <a:defRPr sz="1200"/>
            </a:lvl9pPr>
          </a:lstStyle>
          <a:p/>
        </p:txBody>
      </p:sp>
      <p:sp>
        <p:nvSpPr>
          <p:cNvPr id="50" name="Google Shape;50;p4"/>
          <p:cNvSpPr txBox="1"/>
          <p:nvPr>
            <p:ph idx="1" type="subTitle"/>
          </p:nvPr>
        </p:nvSpPr>
        <p:spPr>
          <a:xfrm>
            <a:off x="2568350" y="1495820"/>
            <a:ext cx="3024299" cy="19443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2600" u="none" cap="none" strike="noStrike">
                <a:solidFill>
                  <a:schemeClr val="lt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51" name="Google Shape;51;p4"/>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page 2">
  <p:cSld name="Chapter page 2">
    <p:spTree>
      <p:nvGrpSpPr>
        <p:cNvPr id="52" name="Shape 52"/>
        <p:cNvGrpSpPr/>
        <p:nvPr/>
      </p:nvGrpSpPr>
      <p:grpSpPr>
        <a:xfrm>
          <a:off x="0" y="0"/>
          <a:ext cx="0" cy="0"/>
          <a:chOff x="0" y="0"/>
          <a:chExt cx="0" cy="0"/>
        </a:xfrm>
      </p:grpSpPr>
      <p:sp>
        <p:nvSpPr>
          <p:cNvPr id="53" name="Google Shape;53;p5"/>
          <p:cNvSpPr/>
          <p:nvPr/>
        </p:nvSpPr>
        <p:spPr>
          <a:xfrm>
            <a:off x="0" y="0"/>
            <a:ext cx="9144000" cy="4443898"/>
          </a:xfrm>
          <a:prstGeom prst="rect">
            <a:avLst/>
          </a:prstGeom>
          <a:solidFill>
            <a:srgbClr val="55C2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pic>
        <p:nvPicPr>
          <p:cNvPr descr="chapitre1.png" id="54" name="Google Shape;54;p5"/>
          <p:cNvPicPr preferRelativeResize="0"/>
          <p:nvPr/>
        </p:nvPicPr>
        <p:blipFill rotWithShape="1">
          <a:blip r:embed="rId2">
            <a:alphaModFix/>
          </a:blip>
          <a:srcRect b="0" l="239" r="0" t="417"/>
          <a:stretch/>
        </p:blipFill>
        <p:spPr>
          <a:xfrm>
            <a:off x="0" y="0"/>
            <a:ext cx="9151499" cy="4515900"/>
          </a:xfrm>
          <a:prstGeom prst="rect">
            <a:avLst/>
          </a:prstGeom>
          <a:noFill/>
          <a:ln>
            <a:noFill/>
          </a:ln>
        </p:spPr>
      </p:pic>
      <p:sp>
        <p:nvSpPr>
          <p:cNvPr id="55" name="Google Shape;55;p5"/>
          <p:cNvSpPr txBox="1"/>
          <p:nvPr>
            <p:ph type="title"/>
          </p:nvPr>
        </p:nvSpPr>
        <p:spPr>
          <a:xfrm>
            <a:off x="2625500" y="485720"/>
            <a:ext cx="1876497" cy="12387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9000" u="none" cap="none" strike="noStrike">
                <a:solidFill>
                  <a:schemeClr val="lt1"/>
                </a:solidFill>
                <a:latin typeface="Roboto"/>
                <a:ea typeface="Roboto"/>
                <a:cs typeface="Roboto"/>
                <a:sym typeface="Roboto"/>
              </a:defRPr>
            </a:lvl1pPr>
            <a:lvl2pPr indent="0" lvl="1" rtl="0">
              <a:spcBef>
                <a:spcPts val="0"/>
              </a:spcBef>
              <a:spcAft>
                <a:spcPts val="0"/>
              </a:spcAft>
              <a:buSzPts val="1400"/>
              <a:buFont typeface="Arial"/>
              <a:buNone/>
              <a:defRPr sz="1200"/>
            </a:lvl2pPr>
            <a:lvl3pPr indent="0" lvl="2" rtl="0">
              <a:spcBef>
                <a:spcPts val="0"/>
              </a:spcBef>
              <a:spcAft>
                <a:spcPts val="0"/>
              </a:spcAft>
              <a:buSzPts val="1400"/>
              <a:buFont typeface="Arial"/>
              <a:buNone/>
              <a:defRPr sz="1200"/>
            </a:lvl3pPr>
            <a:lvl4pPr indent="0" lvl="3" rtl="0">
              <a:spcBef>
                <a:spcPts val="0"/>
              </a:spcBef>
              <a:spcAft>
                <a:spcPts val="0"/>
              </a:spcAft>
              <a:buSzPts val="1400"/>
              <a:buFont typeface="Arial"/>
              <a:buNone/>
              <a:defRPr sz="1200"/>
            </a:lvl4pPr>
            <a:lvl5pPr indent="0" lvl="4" rtl="0">
              <a:spcBef>
                <a:spcPts val="0"/>
              </a:spcBef>
              <a:spcAft>
                <a:spcPts val="0"/>
              </a:spcAft>
              <a:buSzPts val="1400"/>
              <a:buFont typeface="Arial"/>
              <a:buNone/>
              <a:defRPr sz="1200"/>
            </a:lvl5pPr>
            <a:lvl6pPr indent="0" lvl="5" rtl="0">
              <a:spcBef>
                <a:spcPts val="0"/>
              </a:spcBef>
              <a:spcAft>
                <a:spcPts val="0"/>
              </a:spcAft>
              <a:buSzPts val="1400"/>
              <a:buFont typeface="Arial"/>
              <a:buNone/>
              <a:defRPr sz="1200"/>
            </a:lvl6pPr>
            <a:lvl7pPr indent="0" lvl="6" rtl="0">
              <a:spcBef>
                <a:spcPts val="0"/>
              </a:spcBef>
              <a:spcAft>
                <a:spcPts val="0"/>
              </a:spcAft>
              <a:buSzPts val="1400"/>
              <a:buFont typeface="Arial"/>
              <a:buNone/>
              <a:defRPr sz="1200"/>
            </a:lvl7pPr>
            <a:lvl8pPr indent="0" lvl="7" rtl="0">
              <a:spcBef>
                <a:spcPts val="0"/>
              </a:spcBef>
              <a:spcAft>
                <a:spcPts val="0"/>
              </a:spcAft>
              <a:buSzPts val="1400"/>
              <a:buFont typeface="Arial"/>
              <a:buNone/>
              <a:defRPr sz="1200"/>
            </a:lvl8pPr>
            <a:lvl9pPr indent="0" lvl="8" rtl="0">
              <a:spcBef>
                <a:spcPts val="0"/>
              </a:spcBef>
              <a:spcAft>
                <a:spcPts val="0"/>
              </a:spcAft>
              <a:buSzPts val="1400"/>
              <a:buFont typeface="Arial"/>
              <a:buNone/>
              <a:defRPr sz="1200"/>
            </a:lvl9pPr>
          </a:lstStyle>
          <a:p/>
        </p:txBody>
      </p:sp>
      <p:sp>
        <p:nvSpPr>
          <p:cNvPr id="56" name="Google Shape;56;p5"/>
          <p:cNvSpPr txBox="1"/>
          <p:nvPr>
            <p:ph idx="1" type="subTitle"/>
          </p:nvPr>
        </p:nvSpPr>
        <p:spPr>
          <a:xfrm>
            <a:off x="2568350" y="1495820"/>
            <a:ext cx="3024299" cy="19443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2600" u="none" cap="none" strike="noStrike">
                <a:solidFill>
                  <a:schemeClr val="lt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57" name="Google Shape;57;p5"/>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page 3">
  <p:cSld name="Chapter page 3">
    <p:spTree>
      <p:nvGrpSpPr>
        <p:cNvPr id="58" name="Shape 58"/>
        <p:cNvGrpSpPr/>
        <p:nvPr/>
      </p:nvGrpSpPr>
      <p:grpSpPr>
        <a:xfrm>
          <a:off x="0" y="0"/>
          <a:ext cx="0" cy="0"/>
          <a:chOff x="0" y="0"/>
          <a:chExt cx="0" cy="0"/>
        </a:xfrm>
      </p:grpSpPr>
      <p:sp>
        <p:nvSpPr>
          <p:cNvPr id="59" name="Google Shape;59;p6"/>
          <p:cNvSpPr/>
          <p:nvPr/>
        </p:nvSpPr>
        <p:spPr>
          <a:xfrm>
            <a:off x="0" y="0"/>
            <a:ext cx="9144000" cy="4443898"/>
          </a:xfrm>
          <a:prstGeom prst="rect">
            <a:avLst/>
          </a:prstGeom>
          <a:solidFill>
            <a:srgbClr val="183B6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pic>
        <p:nvPicPr>
          <p:cNvPr descr="chapitre1.png" id="60" name="Google Shape;60;p6"/>
          <p:cNvPicPr preferRelativeResize="0"/>
          <p:nvPr/>
        </p:nvPicPr>
        <p:blipFill rotWithShape="1">
          <a:blip r:embed="rId2">
            <a:alphaModFix/>
          </a:blip>
          <a:srcRect b="0" l="239" r="0" t="417"/>
          <a:stretch/>
        </p:blipFill>
        <p:spPr>
          <a:xfrm>
            <a:off x="0" y="0"/>
            <a:ext cx="9151499" cy="4515900"/>
          </a:xfrm>
          <a:prstGeom prst="rect">
            <a:avLst/>
          </a:prstGeom>
          <a:noFill/>
          <a:ln>
            <a:noFill/>
          </a:ln>
        </p:spPr>
      </p:pic>
      <p:sp>
        <p:nvSpPr>
          <p:cNvPr id="61" name="Google Shape;61;p6"/>
          <p:cNvSpPr txBox="1"/>
          <p:nvPr>
            <p:ph type="title"/>
          </p:nvPr>
        </p:nvSpPr>
        <p:spPr>
          <a:xfrm>
            <a:off x="2625500" y="485720"/>
            <a:ext cx="1876497" cy="12387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9000" u="none" cap="none" strike="noStrike">
                <a:solidFill>
                  <a:schemeClr val="lt1"/>
                </a:solidFill>
                <a:latin typeface="Roboto"/>
                <a:ea typeface="Roboto"/>
                <a:cs typeface="Roboto"/>
                <a:sym typeface="Roboto"/>
              </a:defRPr>
            </a:lvl1pPr>
            <a:lvl2pPr indent="0" lvl="1" rtl="0">
              <a:spcBef>
                <a:spcPts val="0"/>
              </a:spcBef>
              <a:spcAft>
                <a:spcPts val="0"/>
              </a:spcAft>
              <a:buSzPts val="1400"/>
              <a:buFont typeface="Arial"/>
              <a:buNone/>
              <a:defRPr sz="1200"/>
            </a:lvl2pPr>
            <a:lvl3pPr indent="0" lvl="2" rtl="0">
              <a:spcBef>
                <a:spcPts val="0"/>
              </a:spcBef>
              <a:spcAft>
                <a:spcPts val="0"/>
              </a:spcAft>
              <a:buSzPts val="1400"/>
              <a:buFont typeface="Arial"/>
              <a:buNone/>
              <a:defRPr sz="1200"/>
            </a:lvl3pPr>
            <a:lvl4pPr indent="0" lvl="3" rtl="0">
              <a:spcBef>
                <a:spcPts val="0"/>
              </a:spcBef>
              <a:spcAft>
                <a:spcPts val="0"/>
              </a:spcAft>
              <a:buSzPts val="1400"/>
              <a:buFont typeface="Arial"/>
              <a:buNone/>
              <a:defRPr sz="1200"/>
            </a:lvl4pPr>
            <a:lvl5pPr indent="0" lvl="4" rtl="0">
              <a:spcBef>
                <a:spcPts val="0"/>
              </a:spcBef>
              <a:spcAft>
                <a:spcPts val="0"/>
              </a:spcAft>
              <a:buSzPts val="1400"/>
              <a:buFont typeface="Arial"/>
              <a:buNone/>
              <a:defRPr sz="1200"/>
            </a:lvl5pPr>
            <a:lvl6pPr indent="0" lvl="5" rtl="0">
              <a:spcBef>
                <a:spcPts val="0"/>
              </a:spcBef>
              <a:spcAft>
                <a:spcPts val="0"/>
              </a:spcAft>
              <a:buSzPts val="1400"/>
              <a:buFont typeface="Arial"/>
              <a:buNone/>
              <a:defRPr sz="1200"/>
            </a:lvl6pPr>
            <a:lvl7pPr indent="0" lvl="6" rtl="0">
              <a:spcBef>
                <a:spcPts val="0"/>
              </a:spcBef>
              <a:spcAft>
                <a:spcPts val="0"/>
              </a:spcAft>
              <a:buSzPts val="1400"/>
              <a:buFont typeface="Arial"/>
              <a:buNone/>
              <a:defRPr sz="1200"/>
            </a:lvl7pPr>
            <a:lvl8pPr indent="0" lvl="7" rtl="0">
              <a:spcBef>
                <a:spcPts val="0"/>
              </a:spcBef>
              <a:spcAft>
                <a:spcPts val="0"/>
              </a:spcAft>
              <a:buSzPts val="1400"/>
              <a:buFont typeface="Arial"/>
              <a:buNone/>
              <a:defRPr sz="1200"/>
            </a:lvl8pPr>
            <a:lvl9pPr indent="0" lvl="8" rtl="0">
              <a:spcBef>
                <a:spcPts val="0"/>
              </a:spcBef>
              <a:spcAft>
                <a:spcPts val="0"/>
              </a:spcAft>
              <a:buSzPts val="1400"/>
              <a:buFont typeface="Arial"/>
              <a:buNone/>
              <a:defRPr sz="1200"/>
            </a:lvl9pPr>
          </a:lstStyle>
          <a:p/>
        </p:txBody>
      </p:sp>
      <p:sp>
        <p:nvSpPr>
          <p:cNvPr id="62" name="Google Shape;62;p6"/>
          <p:cNvSpPr txBox="1"/>
          <p:nvPr>
            <p:ph idx="1" type="subTitle"/>
          </p:nvPr>
        </p:nvSpPr>
        <p:spPr>
          <a:xfrm>
            <a:off x="2568350" y="1495820"/>
            <a:ext cx="3024299" cy="19443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2600" u="none" cap="none" strike="noStrike">
                <a:solidFill>
                  <a:schemeClr val="lt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63" name="Google Shape;63;p6"/>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mp; picture 1">
  <p:cSld name="Text &amp; picture 1">
    <p:spTree>
      <p:nvGrpSpPr>
        <p:cNvPr id="64" name="Shape 64"/>
        <p:cNvGrpSpPr/>
        <p:nvPr/>
      </p:nvGrpSpPr>
      <p:grpSpPr>
        <a:xfrm>
          <a:off x="0" y="0"/>
          <a:ext cx="0" cy="0"/>
          <a:chOff x="0" y="0"/>
          <a:chExt cx="0" cy="0"/>
        </a:xfrm>
      </p:grpSpPr>
      <p:sp>
        <p:nvSpPr>
          <p:cNvPr id="65" name="Google Shape;65;p7"/>
          <p:cNvSpPr/>
          <p:nvPr/>
        </p:nvSpPr>
        <p:spPr>
          <a:xfrm>
            <a:off x="5753475" y="2"/>
            <a:ext cx="3405597" cy="4337100"/>
          </a:xfrm>
          <a:prstGeom prst="rect">
            <a:avLst/>
          </a:prstGeom>
          <a:solidFill>
            <a:srgbClr val="D3D5D5"/>
          </a:solidFill>
          <a:ln>
            <a:noFill/>
          </a:ln>
        </p:spPr>
        <p:txBody>
          <a:bodyPr anchorCtr="0" anchor="t"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7"/>
          <p:cNvSpPr txBox="1"/>
          <p:nvPr/>
        </p:nvSpPr>
        <p:spPr>
          <a:xfrm>
            <a:off x="6482187" y="1296991"/>
            <a:ext cx="1948198" cy="1068597"/>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ctr">
              <a:lnSpc>
                <a:spcPct val="207360"/>
              </a:lnSpc>
              <a:spcBef>
                <a:spcPts val="0"/>
              </a:spcBef>
              <a:spcAft>
                <a:spcPts val="0"/>
              </a:spcAft>
              <a:buClr>
                <a:srgbClr val="55555A"/>
              </a:buClr>
              <a:buFont typeface="Arial"/>
              <a:buNone/>
            </a:pPr>
            <a:r>
              <a:rPr b="0" i="0" lang="en-GB" sz="1200" u="none" cap="none" strike="noStrike">
                <a:solidFill>
                  <a:srgbClr val="55555A"/>
                </a:solidFill>
                <a:latin typeface="Arial"/>
                <a:ea typeface="Arial"/>
                <a:cs typeface="Arial"/>
                <a:sym typeface="Arial"/>
              </a:rPr>
              <a:t>The picture to be inserted must be sized to fit the grey area</a:t>
            </a:r>
            <a:endParaRPr/>
          </a:p>
        </p:txBody>
      </p:sp>
      <p:sp>
        <p:nvSpPr>
          <p:cNvPr id="67" name="Google Shape;67;p7"/>
          <p:cNvSpPr txBox="1"/>
          <p:nvPr>
            <p:ph type="title"/>
          </p:nvPr>
        </p:nvSpPr>
        <p:spPr>
          <a:xfrm>
            <a:off x="620066" y="79343"/>
            <a:ext cx="47004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75FA4"/>
              </a:buClr>
              <a:buSzPts val="1400"/>
              <a:buFont typeface="Roboto"/>
              <a:buNone/>
              <a:defRPr b="0" i="0" sz="2500" u="none" cap="none" strike="noStrike">
                <a:solidFill>
                  <a:srgbClr val="375FA4"/>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68" name="Google Shape;68;p7"/>
          <p:cNvSpPr txBox="1"/>
          <p:nvPr>
            <p:ph idx="1" type="body"/>
          </p:nvPr>
        </p:nvSpPr>
        <p:spPr>
          <a:xfrm>
            <a:off x="495650" y="1102875"/>
            <a:ext cx="5171700" cy="3081900"/>
          </a:xfrm>
          <a:prstGeom prst="rect">
            <a:avLst/>
          </a:prstGeom>
          <a:noFill/>
          <a:ln>
            <a:noFill/>
          </a:ln>
        </p:spPr>
        <p:txBody>
          <a:bodyPr anchorCtr="0" anchor="t" bIns="91425" lIns="91425" spcFirstLastPara="1" rIns="91425" wrap="square" tIns="91425">
            <a:noAutofit/>
          </a:bodyPr>
          <a:lstStyle>
            <a:lvl1pPr indent="-285750" lvl="0" marL="457200" marR="0" rtl="0" algn="l">
              <a:lnSpc>
                <a:spcPct val="100000"/>
              </a:lnSpc>
              <a:spcBef>
                <a:spcPts val="300"/>
              </a:spcBef>
              <a:spcAft>
                <a:spcPts val="0"/>
              </a:spcAft>
              <a:buClr>
                <a:schemeClr val="dk2"/>
              </a:buClr>
              <a:buSzPts val="900"/>
              <a:buFont typeface="Roboto"/>
              <a:buChar char="●"/>
              <a:defRPr b="1" i="0" sz="1500" u="none" cap="none" strike="noStrike">
                <a:solidFill>
                  <a:schemeClr val="dk1"/>
                </a:solidFill>
                <a:latin typeface="Roboto"/>
                <a:ea typeface="Roboto"/>
                <a:cs typeface="Roboto"/>
                <a:sym typeface="Roboto"/>
              </a:defRPr>
            </a:lvl1pPr>
            <a:lvl2pPr indent="-311150" lvl="1" marL="914400" marR="0" rtl="0" algn="l">
              <a:lnSpc>
                <a:spcPct val="100000"/>
              </a:lnSpc>
              <a:spcBef>
                <a:spcPts val="300"/>
              </a:spcBef>
              <a:spcAft>
                <a:spcPts val="0"/>
              </a:spcAft>
              <a:buClr>
                <a:srgbClr val="6F6F6E"/>
              </a:buClr>
              <a:buSzPts val="1300"/>
              <a:buFont typeface="Roboto"/>
              <a:buChar char="–"/>
              <a:defRPr b="0" i="0" sz="1300" u="none" cap="none" strike="noStrike">
                <a:solidFill>
                  <a:srgbClr val="6F6F6E"/>
                </a:solidFill>
                <a:latin typeface="Roboto"/>
                <a:ea typeface="Roboto"/>
                <a:cs typeface="Roboto"/>
                <a:sym typeface="Roboto"/>
              </a:defRPr>
            </a:lvl2pPr>
            <a:lvl3pPr indent="-304800" lvl="2" marL="1371600" marR="0" rtl="0" algn="l">
              <a:lnSpc>
                <a:spcPct val="100000"/>
              </a:lnSpc>
              <a:spcBef>
                <a:spcPts val="300"/>
              </a:spcBef>
              <a:spcAft>
                <a:spcPts val="0"/>
              </a:spcAft>
              <a:buClr>
                <a:srgbClr val="6F6F6E"/>
              </a:buClr>
              <a:buSzPts val="1200"/>
              <a:buFont typeface="Roboto"/>
              <a:buChar char="–"/>
              <a:defRPr b="0" i="0" sz="1200" u="none" cap="none" strike="noStrike">
                <a:solidFill>
                  <a:srgbClr val="6F6F6E"/>
                </a:solidFill>
                <a:latin typeface="Roboto"/>
                <a:ea typeface="Roboto"/>
                <a:cs typeface="Roboto"/>
                <a:sym typeface="Roboto"/>
              </a:defRPr>
            </a:lvl3pPr>
            <a:lvl4pPr indent="-304800" lvl="3" marL="1828800" marR="0" rtl="0" algn="l">
              <a:lnSpc>
                <a:spcPct val="100000"/>
              </a:lnSpc>
              <a:spcBef>
                <a:spcPts val="200"/>
              </a:spcBef>
              <a:spcAft>
                <a:spcPts val="0"/>
              </a:spcAft>
              <a:buClr>
                <a:schemeClr val="dk2"/>
              </a:buClr>
              <a:buSzPts val="1200"/>
              <a:buFont typeface="Roboto"/>
              <a:buChar char="–"/>
              <a:defRPr b="0" i="0" sz="1200" u="none" cap="none" strike="noStrike">
                <a:solidFill>
                  <a:srgbClr val="6F6F6E"/>
                </a:solidFill>
                <a:latin typeface="Roboto"/>
                <a:ea typeface="Roboto"/>
                <a:cs typeface="Roboto"/>
                <a:sym typeface="Roboto"/>
              </a:defRPr>
            </a:lvl4pPr>
            <a:lvl5pPr indent="-304800" lvl="4" marL="2286000" marR="0" rtl="0" algn="l">
              <a:lnSpc>
                <a:spcPct val="100000"/>
              </a:lnSpc>
              <a:spcBef>
                <a:spcPts val="200"/>
              </a:spcBef>
              <a:spcAft>
                <a:spcPts val="0"/>
              </a:spcAft>
              <a:buClr>
                <a:schemeClr val="dk2"/>
              </a:buClr>
              <a:buSzPts val="1200"/>
              <a:buFont typeface="Roboto"/>
              <a:buChar char="–"/>
              <a:defRPr b="0" i="0" sz="1200" u="none" cap="none" strike="noStrike">
                <a:solidFill>
                  <a:srgbClr val="6F6F6E"/>
                </a:solidFill>
                <a:latin typeface="Roboto"/>
                <a:ea typeface="Roboto"/>
                <a:cs typeface="Roboto"/>
                <a:sym typeface="Roboto"/>
              </a:defRPr>
            </a:lvl5pPr>
            <a:lvl6pPr indent="-304800" lvl="5" marL="27432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6pPr>
            <a:lvl7pPr indent="-304800" lvl="6" marL="32004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7pPr>
            <a:lvl8pPr indent="-304800" lvl="7" marL="36576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8pPr>
            <a:lvl9pPr indent="-304800" lvl="8" marL="41148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9pPr>
          </a:lstStyle>
          <a:p/>
        </p:txBody>
      </p:sp>
      <p:sp>
        <p:nvSpPr>
          <p:cNvPr id="69" name="Google Shape;69;p7"/>
          <p:cNvSpPr/>
          <p:nvPr/>
        </p:nvSpPr>
        <p:spPr>
          <a:xfrm>
            <a:off x="716479" y="1015125"/>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70" name="Google Shape;70;p7"/>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mp; picture 2 ">
  <p:cSld name="Text &amp; picture 2 ">
    <p:spTree>
      <p:nvGrpSpPr>
        <p:cNvPr id="71" name="Shape 71"/>
        <p:cNvGrpSpPr/>
        <p:nvPr/>
      </p:nvGrpSpPr>
      <p:grpSpPr>
        <a:xfrm>
          <a:off x="0" y="0"/>
          <a:ext cx="0" cy="0"/>
          <a:chOff x="0" y="0"/>
          <a:chExt cx="0" cy="0"/>
        </a:xfrm>
      </p:grpSpPr>
      <p:sp>
        <p:nvSpPr>
          <p:cNvPr id="72" name="Google Shape;72;p8"/>
          <p:cNvSpPr/>
          <p:nvPr/>
        </p:nvSpPr>
        <p:spPr>
          <a:xfrm>
            <a:off x="-8112" y="2"/>
            <a:ext cx="3405600" cy="4337100"/>
          </a:xfrm>
          <a:prstGeom prst="rect">
            <a:avLst/>
          </a:prstGeom>
          <a:solidFill>
            <a:srgbClr val="D3D5D5"/>
          </a:solidFill>
          <a:ln>
            <a:noFill/>
          </a:ln>
        </p:spPr>
        <p:txBody>
          <a:bodyPr anchorCtr="0" anchor="t"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8"/>
          <p:cNvSpPr txBox="1"/>
          <p:nvPr/>
        </p:nvSpPr>
        <p:spPr>
          <a:xfrm>
            <a:off x="720597" y="1296991"/>
            <a:ext cx="1948198" cy="1068597"/>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ctr">
              <a:lnSpc>
                <a:spcPct val="207360"/>
              </a:lnSpc>
              <a:spcBef>
                <a:spcPts val="0"/>
              </a:spcBef>
              <a:spcAft>
                <a:spcPts val="0"/>
              </a:spcAft>
              <a:buClr>
                <a:srgbClr val="55555A"/>
              </a:buClr>
              <a:buFont typeface="Arial"/>
              <a:buNone/>
            </a:pPr>
            <a:r>
              <a:rPr b="0" i="0" lang="en-GB" sz="1200" u="none" cap="none" strike="noStrike">
                <a:solidFill>
                  <a:srgbClr val="55555A"/>
                </a:solidFill>
                <a:latin typeface="Arial"/>
                <a:ea typeface="Arial"/>
                <a:cs typeface="Arial"/>
                <a:sym typeface="Arial"/>
              </a:rPr>
              <a:t>The picture to be inserted must be sized to fit the grey area</a:t>
            </a:r>
            <a:endParaRPr/>
          </a:p>
        </p:txBody>
      </p:sp>
      <p:sp>
        <p:nvSpPr>
          <p:cNvPr id="74" name="Google Shape;74;p8"/>
          <p:cNvSpPr txBox="1"/>
          <p:nvPr>
            <p:ph type="title"/>
          </p:nvPr>
        </p:nvSpPr>
        <p:spPr>
          <a:xfrm>
            <a:off x="3649448" y="79343"/>
            <a:ext cx="4438499"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75FA4"/>
              </a:buClr>
              <a:buSzPts val="1400"/>
              <a:buFont typeface="Roboto"/>
              <a:buNone/>
              <a:defRPr b="0" i="0" sz="2500" u="none" cap="none" strike="noStrike">
                <a:solidFill>
                  <a:srgbClr val="375FA4"/>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75" name="Google Shape;75;p8"/>
          <p:cNvSpPr/>
          <p:nvPr/>
        </p:nvSpPr>
        <p:spPr>
          <a:xfrm>
            <a:off x="3764478" y="1015125"/>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76" name="Google Shape;76;p8"/>
          <p:cNvSpPr txBox="1"/>
          <p:nvPr>
            <p:ph idx="1" type="body"/>
          </p:nvPr>
        </p:nvSpPr>
        <p:spPr>
          <a:xfrm>
            <a:off x="3649450" y="1178400"/>
            <a:ext cx="5208598" cy="3158699"/>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Roboto"/>
              <a:buNone/>
              <a:defRPr b="1" i="0" sz="1500" u="none" cap="none" strike="noStrike">
                <a:solidFill>
                  <a:schemeClr val="dk1"/>
                </a:solidFill>
                <a:latin typeface="Roboto"/>
                <a:ea typeface="Roboto"/>
                <a:cs typeface="Roboto"/>
                <a:sym typeface="Roboto"/>
              </a:defRPr>
            </a:lvl1pPr>
            <a:lvl2pPr indent="-311150" lvl="1" marL="914400" marR="0" rtl="0" algn="l">
              <a:lnSpc>
                <a:spcPct val="100000"/>
              </a:lnSpc>
              <a:spcBef>
                <a:spcPts val="0"/>
              </a:spcBef>
              <a:spcAft>
                <a:spcPts val="0"/>
              </a:spcAft>
              <a:buClr>
                <a:schemeClr val="accent2"/>
              </a:buClr>
              <a:buSzPts val="1300"/>
              <a:buFont typeface="Roboto"/>
              <a:buChar char="–"/>
              <a:defRPr b="0" i="0" sz="1300" u="none" cap="none" strike="noStrike">
                <a:solidFill>
                  <a:schemeClr val="accent2"/>
                </a:solidFill>
                <a:latin typeface="Roboto"/>
                <a:ea typeface="Roboto"/>
                <a:cs typeface="Roboto"/>
                <a:sym typeface="Roboto"/>
              </a:defRPr>
            </a:lvl2pPr>
            <a:lvl3pPr indent="-304800" lvl="2" marL="13716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3pPr>
            <a:lvl4pPr indent="-304800" lvl="3" marL="18288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4pPr>
            <a:lvl5pPr indent="-304800" lvl="4" marL="22860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5pPr>
            <a:lvl6pPr indent="-304800" lvl="5" marL="27432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6pPr>
            <a:lvl7pPr indent="-304800" lvl="6" marL="32004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7pPr>
            <a:lvl8pPr indent="-304800" lvl="7" marL="36576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8pPr>
            <a:lvl9pPr indent="-304800" lvl="8" marL="41148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9pPr>
          </a:lstStyle>
          <a:p/>
        </p:txBody>
      </p:sp>
      <p:sp>
        <p:nvSpPr>
          <p:cNvPr id="77" name="Google Shape;77;p8"/>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amp; picture 3">
  <p:cSld name="1_Text &amp; picture 3">
    <p:spTree>
      <p:nvGrpSpPr>
        <p:cNvPr id="78" name="Shape 78"/>
        <p:cNvGrpSpPr/>
        <p:nvPr/>
      </p:nvGrpSpPr>
      <p:grpSpPr>
        <a:xfrm>
          <a:off x="0" y="0"/>
          <a:ext cx="0" cy="0"/>
          <a:chOff x="0" y="0"/>
          <a:chExt cx="0" cy="0"/>
        </a:xfrm>
      </p:grpSpPr>
      <p:sp>
        <p:nvSpPr>
          <p:cNvPr id="79" name="Google Shape;79;p9"/>
          <p:cNvSpPr txBox="1"/>
          <p:nvPr>
            <p:ph idx="1" type="subTitle"/>
          </p:nvPr>
        </p:nvSpPr>
        <p:spPr>
          <a:xfrm>
            <a:off x="604408" y="1095170"/>
            <a:ext cx="76182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1" i="0" sz="1500" u="none" cap="none" strike="noStrike">
                <a:solidFill>
                  <a:schemeClr val="dk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80" name="Google Shape;80;p9"/>
          <p:cNvSpPr txBox="1"/>
          <p:nvPr>
            <p:ph idx="2" type="body"/>
          </p:nvPr>
        </p:nvSpPr>
        <p:spPr>
          <a:xfrm>
            <a:off x="611560" y="3905953"/>
            <a:ext cx="2703299" cy="5373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accent2"/>
              </a:buClr>
              <a:buSzPts val="1400"/>
              <a:buFont typeface="Roboto"/>
              <a:buNone/>
              <a:defRPr b="0" i="0" sz="1000" u="none" cap="none" strike="noStrike">
                <a:solidFill>
                  <a:schemeClr val="accent2"/>
                </a:solidFill>
                <a:latin typeface="Roboto"/>
                <a:ea typeface="Roboto"/>
                <a:cs typeface="Roboto"/>
                <a:sym typeface="Roboto"/>
              </a:defRPr>
            </a:lvl1pPr>
            <a:lvl2pPr indent="-304800" lvl="1" marL="9144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2pPr>
            <a:lvl3pPr indent="-304800" lvl="2" marL="13716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3pPr>
            <a:lvl4pPr indent="-279400" lvl="3" marL="1828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4pPr>
            <a:lvl5pPr indent="-279400" lvl="4" marL="22860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5pPr>
            <a:lvl6pPr indent="-279400" lvl="5" marL="27432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6pPr>
            <a:lvl7pPr indent="-279400" lvl="6" marL="32004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7pPr>
            <a:lvl8pPr indent="-279400" lvl="7" marL="36576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8pPr>
            <a:lvl9pPr indent="-279400" lvl="8" marL="4114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9pPr>
          </a:lstStyle>
          <a:p/>
        </p:txBody>
      </p:sp>
      <p:sp>
        <p:nvSpPr>
          <p:cNvPr id="81" name="Google Shape;81;p9"/>
          <p:cNvSpPr/>
          <p:nvPr/>
        </p:nvSpPr>
        <p:spPr>
          <a:xfrm>
            <a:off x="6248467" y="1513745"/>
            <a:ext cx="2169600" cy="2168999"/>
          </a:xfrm>
          <a:prstGeom prst="rect">
            <a:avLst/>
          </a:prstGeom>
          <a:solidFill>
            <a:srgbClr val="D3D5D5"/>
          </a:solidFill>
          <a:ln>
            <a:noFill/>
          </a:ln>
        </p:spPr>
        <p:txBody>
          <a:bodyPr anchorCtr="0" anchor="t"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9"/>
          <p:cNvSpPr txBox="1"/>
          <p:nvPr/>
        </p:nvSpPr>
        <p:spPr>
          <a:xfrm>
            <a:off x="6359132" y="1972141"/>
            <a:ext cx="1948198" cy="1068600"/>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ctr">
              <a:lnSpc>
                <a:spcPct val="207360"/>
              </a:lnSpc>
              <a:spcBef>
                <a:spcPts val="0"/>
              </a:spcBef>
              <a:spcAft>
                <a:spcPts val="0"/>
              </a:spcAft>
              <a:buClr>
                <a:srgbClr val="55555A"/>
              </a:buClr>
              <a:buFont typeface="Arial"/>
              <a:buNone/>
            </a:pPr>
            <a:r>
              <a:rPr b="0" i="0" lang="en-GB" sz="1200" u="none" cap="none" strike="noStrike">
                <a:solidFill>
                  <a:srgbClr val="55555A"/>
                </a:solidFill>
                <a:latin typeface="Arial"/>
                <a:ea typeface="Arial"/>
                <a:cs typeface="Arial"/>
                <a:sym typeface="Arial"/>
              </a:rPr>
              <a:t>The picture to be inserted must be sized to fit the grey area</a:t>
            </a:r>
            <a:endParaRPr/>
          </a:p>
        </p:txBody>
      </p:sp>
      <p:sp>
        <p:nvSpPr>
          <p:cNvPr id="83" name="Google Shape;83;p9"/>
          <p:cNvSpPr/>
          <p:nvPr/>
        </p:nvSpPr>
        <p:spPr>
          <a:xfrm>
            <a:off x="3470294" y="1513745"/>
            <a:ext cx="2169600" cy="2168999"/>
          </a:xfrm>
          <a:prstGeom prst="rect">
            <a:avLst/>
          </a:prstGeom>
          <a:solidFill>
            <a:srgbClr val="D3D5D5"/>
          </a:solidFill>
          <a:ln>
            <a:noFill/>
          </a:ln>
        </p:spPr>
        <p:txBody>
          <a:bodyPr anchorCtr="0" anchor="t"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9"/>
          <p:cNvSpPr txBox="1"/>
          <p:nvPr/>
        </p:nvSpPr>
        <p:spPr>
          <a:xfrm>
            <a:off x="3580957" y="1972141"/>
            <a:ext cx="1948198" cy="1068600"/>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ctr">
              <a:lnSpc>
                <a:spcPct val="207360"/>
              </a:lnSpc>
              <a:spcBef>
                <a:spcPts val="0"/>
              </a:spcBef>
              <a:spcAft>
                <a:spcPts val="0"/>
              </a:spcAft>
              <a:buClr>
                <a:srgbClr val="55555A"/>
              </a:buClr>
              <a:buFont typeface="Arial"/>
              <a:buNone/>
            </a:pPr>
            <a:r>
              <a:rPr b="0" i="0" lang="en-GB" sz="1200" u="none" cap="none" strike="noStrike">
                <a:solidFill>
                  <a:srgbClr val="55555A"/>
                </a:solidFill>
                <a:latin typeface="Arial"/>
                <a:ea typeface="Arial"/>
                <a:cs typeface="Arial"/>
                <a:sym typeface="Arial"/>
              </a:rPr>
              <a:t>The picture to be inserted must be sized to fit the grey area</a:t>
            </a:r>
            <a:endParaRPr/>
          </a:p>
        </p:txBody>
      </p:sp>
      <p:sp>
        <p:nvSpPr>
          <p:cNvPr id="85" name="Google Shape;85;p9"/>
          <p:cNvSpPr/>
          <p:nvPr/>
        </p:nvSpPr>
        <p:spPr>
          <a:xfrm>
            <a:off x="680799" y="1513745"/>
            <a:ext cx="2169600" cy="2168999"/>
          </a:xfrm>
          <a:prstGeom prst="rect">
            <a:avLst/>
          </a:prstGeom>
          <a:solidFill>
            <a:srgbClr val="D3D5D5"/>
          </a:solidFill>
          <a:ln>
            <a:noFill/>
          </a:ln>
        </p:spPr>
        <p:txBody>
          <a:bodyPr anchorCtr="0" anchor="t"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9"/>
          <p:cNvSpPr txBox="1"/>
          <p:nvPr/>
        </p:nvSpPr>
        <p:spPr>
          <a:xfrm>
            <a:off x="791462" y="1972141"/>
            <a:ext cx="1948198" cy="1068600"/>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ctr">
              <a:lnSpc>
                <a:spcPct val="207360"/>
              </a:lnSpc>
              <a:spcBef>
                <a:spcPts val="0"/>
              </a:spcBef>
              <a:spcAft>
                <a:spcPts val="0"/>
              </a:spcAft>
              <a:buClr>
                <a:srgbClr val="55555A"/>
              </a:buClr>
              <a:buFont typeface="Arial"/>
              <a:buNone/>
            </a:pPr>
            <a:r>
              <a:rPr b="0" i="0" lang="en-GB" sz="1200" u="none" cap="none" strike="noStrike">
                <a:solidFill>
                  <a:srgbClr val="55555A"/>
                </a:solidFill>
                <a:latin typeface="Arial"/>
                <a:ea typeface="Arial"/>
                <a:cs typeface="Arial"/>
                <a:sym typeface="Arial"/>
              </a:rPr>
              <a:t>The picture to be inserted must be sized to fit the grey area</a:t>
            </a:r>
            <a:endParaRPr/>
          </a:p>
        </p:txBody>
      </p:sp>
      <p:sp>
        <p:nvSpPr>
          <p:cNvPr id="87" name="Google Shape;87;p9"/>
          <p:cNvSpPr txBox="1"/>
          <p:nvPr>
            <p:ph idx="3" type="subTitle"/>
          </p:nvPr>
        </p:nvSpPr>
        <p:spPr>
          <a:xfrm>
            <a:off x="598189" y="3735390"/>
            <a:ext cx="2450100" cy="246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1" i="0" sz="1300" u="none" cap="none" strike="noStrike">
                <a:solidFill>
                  <a:schemeClr val="dk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9pPr>
          </a:lstStyle>
          <a:p/>
        </p:txBody>
      </p:sp>
      <p:sp>
        <p:nvSpPr>
          <p:cNvPr id="88" name="Google Shape;88;p9"/>
          <p:cNvSpPr txBox="1"/>
          <p:nvPr>
            <p:ph idx="4" type="body"/>
          </p:nvPr>
        </p:nvSpPr>
        <p:spPr>
          <a:xfrm>
            <a:off x="3419871" y="3905931"/>
            <a:ext cx="2703300" cy="5373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accent2"/>
              </a:buClr>
              <a:buSzPts val="1400"/>
              <a:buFont typeface="Roboto"/>
              <a:buNone/>
              <a:defRPr b="0" i="0" sz="1000" u="none" cap="none" strike="noStrike">
                <a:solidFill>
                  <a:schemeClr val="accent2"/>
                </a:solidFill>
                <a:latin typeface="Roboto"/>
                <a:ea typeface="Roboto"/>
                <a:cs typeface="Roboto"/>
                <a:sym typeface="Roboto"/>
              </a:defRPr>
            </a:lvl1pPr>
            <a:lvl2pPr indent="-304800" lvl="1" marL="9144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2pPr>
            <a:lvl3pPr indent="-304800" lvl="2" marL="13716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3pPr>
            <a:lvl4pPr indent="-279400" lvl="3" marL="1828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4pPr>
            <a:lvl5pPr indent="-279400" lvl="4" marL="22860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5pPr>
            <a:lvl6pPr indent="-279400" lvl="5" marL="27432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6pPr>
            <a:lvl7pPr indent="-279400" lvl="6" marL="32004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7pPr>
            <a:lvl8pPr indent="-279400" lvl="7" marL="36576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8pPr>
            <a:lvl9pPr indent="-279400" lvl="8" marL="4114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9pPr>
          </a:lstStyle>
          <a:p/>
        </p:txBody>
      </p:sp>
      <p:sp>
        <p:nvSpPr>
          <p:cNvPr id="89" name="Google Shape;89;p9"/>
          <p:cNvSpPr txBox="1"/>
          <p:nvPr>
            <p:ph idx="5" type="subTitle"/>
          </p:nvPr>
        </p:nvSpPr>
        <p:spPr>
          <a:xfrm>
            <a:off x="3392880" y="3735369"/>
            <a:ext cx="2450100" cy="246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1" i="0" sz="1300" u="none" cap="none" strike="noStrike">
                <a:solidFill>
                  <a:schemeClr val="dk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90" name="Google Shape;90;p9"/>
          <p:cNvSpPr txBox="1"/>
          <p:nvPr>
            <p:ph idx="6" type="body"/>
          </p:nvPr>
        </p:nvSpPr>
        <p:spPr>
          <a:xfrm>
            <a:off x="6189180" y="3905953"/>
            <a:ext cx="2703300" cy="5373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accent2"/>
              </a:buClr>
              <a:buSzPts val="1400"/>
              <a:buFont typeface="Roboto"/>
              <a:buNone/>
              <a:defRPr b="0" i="0" sz="1000" u="none" cap="none" strike="noStrike">
                <a:solidFill>
                  <a:schemeClr val="accent2"/>
                </a:solidFill>
                <a:latin typeface="Roboto"/>
                <a:ea typeface="Roboto"/>
                <a:cs typeface="Roboto"/>
                <a:sym typeface="Roboto"/>
              </a:defRPr>
            </a:lvl1pPr>
            <a:lvl2pPr indent="-304800" lvl="1" marL="9144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2pPr>
            <a:lvl3pPr indent="-304800" lvl="2" marL="13716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3pPr>
            <a:lvl4pPr indent="-279400" lvl="3" marL="1828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4pPr>
            <a:lvl5pPr indent="-279400" lvl="4" marL="22860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5pPr>
            <a:lvl6pPr indent="-279400" lvl="5" marL="27432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6pPr>
            <a:lvl7pPr indent="-279400" lvl="6" marL="32004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7pPr>
            <a:lvl8pPr indent="-279400" lvl="7" marL="36576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8pPr>
            <a:lvl9pPr indent="-279400" lvl="8" marL="4114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9pPr>
          </a:lstStyle>
          <a:p/>
        </p:txBody>
      </p:sp>
      <p:sp>
        <p:nvSpPr>
          <p:cNvPr id="91" name="Google Shape;91;p9"/>
          <p:cNvSpPr txBox="1"/>
          <p:nvPr>
            <p:ph idx="7" type="subTitle"/>
          </p:nvPr>
        </p:nvSpPr>
        <p:spPr>
          <a:xfrm>
            <a:off x="6179696" y="3735390"/>
            <a:ext cx="2450100" cy="246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1" i="0" sz="1300" u="none" cap="none" strike="noStrike">
                <a:solidFill>
                  <a:schemeClr val="dk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92" name="Google Shape;92;p9"/>
          <p:cNvSpPr txBox="1"/>
          <p:nvPr>
            <p:ph type="title"/>
          </p:nvPr>
        </p:nvSpPr>
        <p:spPr>
          <a:xfrm>
            <a:off x="620060" y="79343"/>
            <a:ext cx="62937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75FA4"/>
              </a:buClr>
              <a:buSzPts val="1400"/>
              <a:buFont typeface="Roboto"/>
              <a:buNone/>
              <a:defRPr b="0" i="0" sz="2500" u="none" cap="none" strike="noStrike">
                <a:solidFill>
                  <a:srgbClr val="375FA4"/>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93" name="Google Shape;93;p9"/>
          <p:cNvSpPr/>
          <p:nvPr/>
        </p:nvSpPr>
        <p:spPr>
          <a:xfrm>
            <a:off x="716479" y="1015125"/>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94" name="Google Shape;94;p9"/>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itle &amp; text">
  <p:cSld name="Tiitle &amp; text">
    <p:spTree>
      <p:nvGrpSpPr>
        <p:cNvPr id="95" name="Shape 95"/>
        <p:cNvGrpSpPr/>
        <p:nvPr/>
      </p:nvGrpSpPr>
      <p:grpSpPr>
        <a:xfrm>
          <a:off x="0" y="0"/>
          <a:ext cx="0" cy="0"/>
          <a:chOff x="0" y="0"/>
          <a:chExt cx="0" cy="0"/>
        </a:xfrm>
      </p:grpSpPr>
      <p:sp>
        <p:nvSpPr>
          <p:cNvPr id="96" name="Google Shape;96;p10"/>
          <p:cNvSpPr txBox="1"/>
          <p:nvPr>
            <p:ph type="title"/>
          </p:nvPr>
        </p:nvSpPr>
        <p:spPr>
          <a:xfrm>
            <a:off x="620058" y="79343"/>
            <a:ext cx="71604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75FA4"/>
              </a:buClr>
              <a:buSzPts val="1400"/>
              <a:buFont typeface="Roboto"/>
              <a:buNone/>
              <a:defRPr b="0" i="0" sz="2500" u="none" cap="none" strike="noStrike">
                <a:solidFill>
                  <a:srgbClr val="375FA4"/>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97" name="Google Shape;97;p10"/>
          <p:cNvSpPr txBox="1"/>
          <p:nvPr>
            <p:ph idx="1" type="body"/>
          </p:nvPr>
        </p:nvSpPr>
        <p:spPr>
          <a:xfrm>
            <a:off x="476950" y="1102875"/>
            <a:ext cx="7952700" cy="3081900"/>
          </a:xfrm>
          <a:prstGeom prst="rect">
            <a:avLst/>
          </a:prstGeom>
          <a:noFill/>
          <a:ln>
            <a:noFill/>
          </a:ln>
        </p:spPr>
        <p:txBody>
          <a:bodyPr anchorCtr="0" anchor="t" bIns="91425" lIns="91425" spcFirstLastPara="1" rIns="91425" wrap="square" tIns="91425">
            <a:noAutofit/>
          </a:bodyPr>
          <a:lstStyle>
            <a:lvl1pPr indent="-285750" lvl="0" marL="457200" marR="0" rtl="0" algn="l">
              <a:lnSpc>
                <a:spcPct val="100000"/>
              </a:lnSpc>
              <a:spcBef>
                <a:spcPts val="300"/>
              </a:spcBef>
              <a:spcAft>
                <a:spcPts val="0"/>
              </a:spcAft>
              <a:buClr>
                <a:schemeClr val="dk2"/>
              </a:buClr>
              <a:buSzPts val="900"/>
              <a:buFont typeface="Roboto"/>
              <a:buChar char="●"/>
              <a:defRPr b="1" i="0" sz="1500" u="none" cap="none" strike="noStrike">
                <a:solidFill>
                  <a:schemeClr val="dk1"/>
                </a:solidFill>
                <a:latin typeface="Roboto"/>
                <a:ea typeface="Roboto"/>
                <a:cs typeface="Roboto"/>
                <a:sym typeface="Roboto"/>
              </a:defRPr>
            </a:lvl1pPr>
            <a:lvl2pPr indent="-311150" lvl="1" marL="914400" marR="0" rtl="0" algn="l">
              <a:lnSpc>
                <a:spcPct val="100000"/>
              </a:lnSpc>
              <a:spcBef>
                <a:spcPts val="300"/>
              </a:spcBef>
              <a:spcAft>
                <a:spcPts val="0"/>
              </a:spcAft>
              <a:buClr>
                <a:srgbClr val="6F6F6E"/>
              </a:buClr>
              <a:buSzPts val="1300"/>
              <a:buFont typeface="Roboto"/>
              <a:buChar char="–"/>
              <a:defRPr b="0" i="0" sz="1300" u="none" cap="none" strike="noStrike">
                <a:solidFill>
                  <a:srgbClr val="6F6F6E"/>
                </a:solidFill>
                <a:latin typeface="Roboto"/>
                <a:ea typeface="Roboto"/>
                <a:cs typeface="Roboto"/>
                <a:sym typeface="Roboto"/>
              </a:defRPr>
            </a:lvl2pPr>
            <a:lvl3pPr indent="-304800" lvl="2" marL="1371600" marR="0" rtl="0" algn="l">
              <a:lnSpc>
                <a:spcPct val="100000"/>
              </a:lnSpc>
              <a:spcBef>
                <a:spcPts val="300"/>
              </a:spcBef>
              <a:spcAft>
                <a:spcPts val="0"/>
              </a:spcAft>
              <a:buClr>
                <a:srgbClr val="6F6F6E"/>
              </a:buClr>
              <a:buSzPts val="1200"/>
              <a:buFont typeface="Roboto"/>
              <a:buChar char="–"/>
              <a:defRPr b="0" i="0" sz="1200" u="none" cap="none" strike="noStrike">
                <a:solidFill>
                  <a:srgbClr val="6F6F6E"/>
                </a:solidFill>
                <a:latin typeface="Roboto"/>
                <a:ea typeface="Roboto"/>
                <a:cs typeface="Roboto"/>
                <a:sym typeface="Roboto"/>
              </a:defRPr>
            </a:lvl3pPr>
            <a:lvl4pPr indent="-304800" lvl="3" marL="1828800" marR="0" rtl="0" algn="l">
              <a:lnSpc>
                <a:spcPct val="100000"/>
              </a:lnSpc>
              <a:spcBef>
                <a:spcPts val="200"/>
              </a:spcBef>
              <a:spcAft>
                <a:spcPts val="0"/>
              </a:spcAft>
              <a:buClr>
                <a:schemeClr val="dk2"/>
              </a:buClr>
              <a:buSzPts val="1200"/>
              <a:buFont typeface="Roboto"/>
              <a:buChar char="–"/>
              <a:defRPr b="0" i="0" sz="1200" u="none" cap="none" strike="noStrike">
                <a:solidFill>
                  <a:srgbClr val="6F6F6E"/>
                </a:solidFill>
                <a:latin typeface="Roboto"/>
                <a:ea typeface="Roboto"/>
                <a:cs typeface="Roboto"/>
                <a:sym typeface="Roboto"/>
              </a:defRPr>
            </a:lvl4pPr>
            <a:lvl5pPr indent="-304800" lvl="4" marL="2286000" marR="0" rtl="0" algn="l">
              <a:lnSpc>
                <a:spcPct val="100000"/>
              </a:lnSpc>
              <a:spcBef>
                <a:spcPts val="200"/>
              </a:spcBef>
              <a:spcAft>
                <a:spcPts val="0"/>
              </a:spcAft>
              <a:buClr>
                <a:schemeClr val="dk2"/>
              </a:buClr>
              <a:buSzPts val="1200"/>
              <a:buFont typeface="Roboto"/>
              <a:buChar char="–"/>
              <a:defRPr b="0" i="0" sz="1200" u="none" cap="none" strike="noStrike">
                <a:solidFill>
                  <a:srgbClr val="6F6F6E"/>
                </a:solidFill>
                <a:latin typeface="Roboto"/>
                <a:ea typeface="Roboto"/>
                <a:cs typeface="Roboto"/>
                <a:sym typeface="Roboto"/>
              </a:defRPr>
            </a:lvl5pPr>
            <a:lvl6pPr indent="-304800" lvl="5" marL="27432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6pPr>
            <a:lvl7pPr indent="-304800" lvl="6" marL="32004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7pPr>
            <a:lvl8pPr indent="-304800" lvl="7" marL="36576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8pPr>
            <a:lvl9pPr indent="-304800" lvl="8" marL="41148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9pPr>
          </a:lstStyle>
          <a:p/>
        </p:txBody>
      </p:sp>
      <p:sp>
        <p:nvSpPr>
          <p:cNvPr id="98" name="Google Shape;98;p10"/>
          <p:cNvSpPr/>
          <p:nvPr/>
        </p:nvSpPr>
        <p:spPr>
          <a:xfrm>
            <a:off x="716479" y="1015125"/>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99" name="Google Shape;99;p10"/>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page">
  <p:cSld name="Picture page">
    <p:spTree>
      <p:nvGrpSpPr>
        <p:cNvPr id="100" name="Shape 100"/>
        <p:cNvGrpSpPr/>
        <p:nvPr/>
      </p:nvGrpSpPr>
      <p:grpSpPr>
        <a:xfrm>
          <a:off x="0" y="0"/>
          <a:ext cx="0" cy="0"/>
          <a:chOff x="0" y="0"/>
          <a:chExt cx="0" cy="0"/>
        </a:xfrm>
      </p:grpSpPr>
      <p:sp>
        <p:nvSpPr>
          <p:cNvPr id="101" name="Google Shape;101;p11"/>
          <p:cNvSpPr/>
          <p:nvPr/>
        </p:nvSpPr>
        <p:spPr>
          <a:xfrm>
            <a:off x="0" y="9"/>
            <a:ext cx="9138000" cy="4337100"/>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02" name="Google Shape;102;p11"/>
          <p:cNvSpPr/>
          <p:nvPr/>
        </p:nvSpPr>
        <p:spPr>
          <a:xfrm>
            <a:off x="6208187" y="1419333"/>
            <a:ext cx="2929799" cy="2928900"/>
          </a:xfrm>
          <a:custGeom>
            <a:rect b="b" l="l" r="r" t="t"/>
            <a:pathLst>
              <a:path extrusionOk="0" h="120000" w="120000">
                <a:moveTo>
                  <a:pt x="59986" y="0"/>
                </a:moveTo>
                <a:lnTo>
                  <a:pt x="55066" y="198"/>
                </a:lnTo>
                <a:lnTo>
                  <a:pt x="50256" y="785"/>
                </a:lnTo>
                <a:lnTo>
                  <a:pt x="45571" y="1743"/>
                </a:lnTo>
                <a:lnTo>
                  <a:pt x="41026" y="3058"/>
                </a:lnTo>
                <a:lnTo>
                  <a:pt x="36637" y="4715"/>
                </a:lnTo>
                <a:lnTo>
                  <a:pt x="32419" y="6697"/>
                </a:lnTo>
                <a:lnTo>
                  <a:pt x="28388" y="8989"/>
                </a:lnTo>
                <a:lnTo>
                  <a:pt x="24559" y="11576"/>
                </a:lnTo>
                <a:lnTo>
                  <a:pt x="20948" y="14443"/>
                </a:lnTo>
                <a:lnTo>
                  <a:pt x="17570" y="17573"/>
                </a:lnTo>
                <a:lnTo>
                  <a:pt x="14440" y="20952"/>
                </a:lnTo>
                <a:lnTo>
                  <a:pt x="11574" y="24564"/>
                </a:lnTo>
                <a:lnTo>
                  <a:pt x="8987" y="28394"/>
                </a:lnTo>
                <a:lnTo>
                  <a:pt x="6695" y="32426"/>
                </a:lnTo>
                <a:lnTo>
                  <a:pt x="4714" y="36644"/>
                </a:lnTo>
                <a:lnTo>
                  <a:pt x="3058" y="41034"/>
                </a:lnTo>
                <a:lnTo>
                  <a:pt x="1743" y="45579"/>
                </a:lnTo>
                <a:lnTo>
                  <a:pt x="785" y="50265"/>
                </a:lnTo>
                <a:lnTo>
                  <a:pt x="198" y="55076"/>
                </a:lnTo>
                <a:lnTo>
                  <a:pt x="0" y="59997"/>
                </a:lnTo>
                <a:lnTo>
                  <a:pt x="198" y="64917"/>
                </a:lnTo>
                <a:lnTo>
                  <a:pt x="785" y="69729"/>
                </a:lnTo>
                <a:lnTo>
                  <a:pt x="1743" y="74415"/>
                </a:lnTo>
                <a:lnTo>
                  <a:pt x="3058" y="78960"/>
                </a:lnTo>
                <a:lnTo>
                  <a:pt x="4714" y="83350"/>
                </a:lnTo>
                <a:lnTo>
                  <a:pt x="6695" y="87568"/>
                </a:lnTo>
                <a:lnTo>
                  <a:pt x="8987" y="91600"/>
                </a:lnTo>
                <a:lnTo>
                  <a:pt x="11574" y="95430"/>
                </a:lnTo>
                <a:lnTo>
                  <a:pt x="14440" y="99041"/>
                </a:lnTo>
                <a:lnTo>
                  <a:pt x="17570" y="102420"/>
                </a:lnTo>
                <a:lnTo>
                  <a:pt x="20948" y="105551"/>
                </a:lnTo>
                <a:lnTo>
                  <a:pt x="24559" y="108417"/>
                </a:lnTo>
                <a:lnTo>
                  <a:pt x="28388" y="111004"/>
                </a:lnTo>
                <a:lnTo>
                  <a:pt x="32419" y="113296"/>
                </a:lnTo>
                <a:lnTo>
                  <a:pt x="36637" y="115278"/>
                </a:lnTo>
                <a:lnTo>
                  <a:pt x="41026" y="116934"/>
                </a:lnTo>
                <a:lnTo>
                  <a:pt x="45571" y="118249"/>
                </a:lnTo>
                <a:lnTo>
                  <a:pt x="50256" y="119207"/>
                </a:lnTo>
                <a:lnTo>
                  <a:pt x="55066" y="119793"/>
                </a:lnTo>
                <a:lnTo>
                  <a:pt x="59986" y="119992"/>
                </a:lnTo>
                <a:lnTo>
                  <a:pt x="119983" y="119992"/>
                </a:lnTo>
                <a:lnTo>
                  <a:pt x="119984" y="59997"/>
                </a:lnTo>
                <a:lnTo>
                  <a:pt x="119785" y="55076"/>
                </a:lnTo>
                <a:lnTo>
                  <a:pt x="119199" y="50265"/>
                </a:lnTo>
                <a:lnTo>
                  <a:pt x="118240" y="45579"/>
                </a:lnTo>
                <a:lnTo>
                  <a:pt x="116925" y="41034"/>
                </a:lnTo>
                <a:lnTo>
                  <a:pt x="115269" y="36644"/>
                </a:lnTo>
                <a:lnTo>
                  <a:pt x="113288" y="32426"/>
                </a:lnTo>
                <a:lnTo>
                  <a:pt x="110996" y="28394"/>
                </a:lnTo>
                <a:lnTo>
                  <a:pt x="108409" y="24564"/>
                </a:lnTo>
                <a:lnTo>
                  <a:pt x="105542" y="20952"/>
                </a:lnTo>
                <a:lnTo>
                  <a:pt x="102412" y="17573"/>
                </a:lnTo>
                <a:lnTo>
                  <a:pt x="99033" y="14443"/>
                </a:lnTo>
                <a:lnTo>
                  <a:pt x="95421" y="11576"/>
                </a:lnTo>
                <a:lnTo>
                  <a:pt x="91592" y="8989"/>
                </a:lnTo>
                <a:lnTo>
                  <a:pt x="87560" y="6697"/>
                </a:lnTo>
                <a:lnTo>
                  <a:pt x="83341" y="4715"/>
                </a:lnTo>
                <a:lnTo>
                  <a:pt x="78951" y="3058"/>
                </a:lnTo>
                <a:lnTo>
                  <a:pt x="74405" y="1743"/>
                </a:lnTo>
                <a:lnTo>
                  <a:pt x="69718" y="785"/>
                </a:lnTo>
                <a:lnTo>
                  <a:pt x="64907" y="198"/>
                </a:lnTo>
                <a:lnTo>
                  <a:pt x="5998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03" name="Google Shape;103;p11"/>
          <p:cNvSpPr/>
          <p:nvPr/>
        </p:nvSpPr>
        <p:spPr>
          <a:xfrm>
            <a:off x="6776207" y="3487030"/>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04" name="Google Shape;104;p11"/>
          <p:cNvSpPr txBox="1"/>
          <p:nvPr>
            <p:ph type="title"/>
          </p:nvPr>
        </p:nvSpPr>
        <p:spPr>
          <a:xfrm>
            <a:off x="6668614" y="2201291"/>
            <a:ext cx="2376300" cy="1238699"/>
          </a:xfrm>
          <a:prstGeom prst="rect">
            <a:avLst/>
          </a:prstGeom>
          <a:noFill/>
          <a:ln>
            <a:noFill/>
          </a:ln>
        </p:spPr>
        <p:txBody>
          <a:bodyPr anchorCtr="0" anchor="b"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0" i="0" sz="2600" u="none" cap="none" strike="noStrike">
                <a:solidFill>
                  <a:schemeClr val="dk1"/>
                </a:solidFill>
                <a:latin typeface="Roboto"/>
                <a:ea typeface="Roboto"/>
                <a:cs typeface="Roboto"/>
                <a:sym typeface="Roboto"/>
              </a:defRPr>
            </a:lvl1pPr>
            <a:lvl2pPr indent="0" lvl="1" rtl="0">
              <a:spcBef>
                <a:spcPts val="0"/>
              </a:spcBef>
              <a:spcAft>
                <a:spcPts val="0"/>
              </a:spcAft>
              <a:buSzPts val="1400"/>
              <a:buFont typeface="Arial"/>
              <a:buNone/>
              <a:defRPr sz="1200"/>
            </a:lvl2pPr>
            <a:lvl3pPr indent="0" lvl="2" rtl="0">
              <a:spcBef>
                <a:spcPts val="0"/>
              </a:spcBef>
              <a:spcAft>
                <a:spcPts val="0"/>
              </a:spcAft>
              <a:buSzPts val="1400"/>
              <a:buFont typeface="Arial"/>
              <a:buNone/>
              <a:defRPr sz="1200"/>
            </a:lvl3pPr>
            <a:lvl4pPr indent="0" lvl="3" rtl="0">
              <a:spcBef>
                <a:spcPts val="0"/>
              </a:spcBef>
              <a:spcAft>
                <a:spcPts val="0"/>
              </a:spcAft>
              <a:buSzPts val="1400"/>
              <a:buFont typeface="Arial"/>
              <a:buNone/>
              <a:defRPr sz="1200"/>
            </a:lvl4pPr>
            <a:lvl5pPr indent="0" lvl="4" rtl="0">
              <a:spcBef>
                <a:spcPts val="0"/>
              </a:spcBef>
              <a:spcAft>
                <a:spcPts val="0"/>
              </a:spcAft>
              <a:buSzPts val="1400"/>
              <a:buFont typeface="Arial"/>
              <a:buNone/>
              <a:defRPr sz="1200"/>
            </a:lvl5pPr>
            <a:lvl6pPr indent="0" lvl="5" rtl="0">
              <a:spcBef>
                <a:spcPts val="0"/>
              </a:spcBef>
              <a:spcAft>
                <a:spcPts val="0"/>
              </a:spcAft>
              <a:buSzPts val="1400"/>
              <a:buFont typeface="Arial"/>
              <a:buNone/>
              <a:defRPr sz="1200"/>
            </a:lvl6pPr>
            <a:lvl7pPr indent="0" lvl="6" rtl="0">
              <a:spcBef>
                <a:spcPts val="0"/>
              </a:spcBef>
              <a:spcAft>
                <a:spcPts val="0"/>
              </a:spcAft>
              <a:buSzPts val="1400"/>
              <a:buFont typeface="Arial"/>
              <a:buNone/>
              <a:defRPr sz="1200"/>
            </a:lvl7pPr>
            <a:lvl8pPr indent="0" lvl="7" rtl="0">
              <a:spcBef>
                <a:spcPts val="0"/>
              </a:spcBef>
              <a:spcAft>
                <a:spcPts val="0"/>
              </a:spcAft>
              <a:buSzPts val="1400"/>
              <a:buFont typeface="Arial"/>
              <a:buNone/>
              <a:defRPr sz="1200"/>
            </a:lvl8pPr>
            <a:lvl9pPr indent="0" lvl="8" rtl="0">
              <a:spcBef>
                <a:spcPts val="0"/>
              </a:spcBef>
              <a:spcAft>
                <a:spcPts val="0"/>
              </a:spcAft>
              <a:buSzPts val="1400"/>
              <a:buFont typeface="Arial"/>
              <a:buNone/>
              <a:defRPr sz="1200"/>
            </a:lvl9pPr>
          </a:lstStyle>
          <a:p/>
        </p:txBody>
      </p:sp>
      <p:sp>
        <p:nvSpPr>
          <p:cNvPr id="105" name="Google Shape;105;p11"/>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6" name="Shape 106"/>
        <p:cNvGrpSpPr/>
        <p:nvPr/>
      </p:nvGrpSpPr>
      <p:grpSpPr>
        <a:xfrm>
          <a:off x="0" y="0"/>
          <a:ext cx="0" cy="0"/>
          <a:chOff x="0" y="0"/>
          <a:chExt cx="0" cy="0"/>
        </a:xfrm>
      </p:grpSpPr>
      <p:sp>
        <p:nvSpPr>
          <p:cNvPr id="107" name="Google Shape;107;p12"/>
          <p:cNvSpPr txBox="1"/>
          <p:nvPr>
            <p:ph type="title"/>
          </p:nvPr>
        </p:nvSpPr>
        <p:spPr>
          <a:xfrm>
            <a:off x="457200" y="122635"/>
            <a:ext cx="8229600" cy="4275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1pPr>
            <a:lvl2pPr indent="0" lvl="1"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2pPr>
            <a:lvl3pPr indent="0" lvl="2"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3pPr>
            <a:lvl4pPr indent="0" lvl="3"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4pPr>
            <a:lvl5pPr indent="0" lvl="4"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5pPr>
            <a:lvl6pPr indent="0" lvl="5" marL="4572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6pPr>
            <a:lvl7pPr indent="0" lvl="6" marL="9144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7pPr>
            <a:lvl8pPr indent="0" lvl="7" marL="13716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8pPr>
            <a:lvl9pPr indent="0" lvl="8" marL="18288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9pPr>
          </a:lstStyle>
          <a:p/>
        </p:txBody>
      </p:sp>
      <p:sp>
        <p:nvSpPr>
          <p:cNvPr id="108" name="Google Shape;108;p12"/>
          <p:cNvSpPr txBox="1"/>
          <p:nvPr>
            <p:ph idx="1" type="body"/>
          </p:nvPr>
        </p:nvSpPr>
        <p:spPr>
          <a:xfrm>
            <a:off x="468313" y="844153"/>
            <a:ext cx="8424900" cy="3293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90000"/>
              </a:lnSpc>
              <a:spcBef>
                <a:spcPts val="18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rtl="0" algn="l">
              <a:spcBef>
                <a:spcPts val="700"/>
              </a:spcBef>
              <a:spcAft>
                <a:spcPts val="0"/>
              </a:spcAft>
              <a:buClr>
                <a:schemeClr val="lt2"/>
              </a:buClr>
              <a:buSzPts val="1600"/>
              <a:buFont typeface="Noto Sans Symbols"/>
              <a:buChar char="•"/>
              <a:defRPr b="0" i="0" sz="1600" u="none" cap="none" strike="noStrike">
                <a:solidFill>
                  <a:schemeClr val="lt2"/>
                </a:solidFill>
                <a:latin typeface="Arial"/>
                <a:ea typeface="Arial"/>
                <a:cs typeface="Arial"/>
                <a:sym typeface="Arial"/>
              </a:defRPr>
            </a:lvl2pPr>
            <a:lvl3pPr indent="-317500" lvl="2" marL="1371600" marR="0" rtl="0" algn="l">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04800" lvl="5" marL="27432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304800" lvl="6" marL="32004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7pPr>
            <a:lvl8pPr indent="-304800" lvl="7" marL="36576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8pPr>
            <a:lvl9pPr indent="-304800" lvl="8" marL="4114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9pPr>
          </a:lstStyle>
          <a:p/>
        </p:txBody>
      </p:sp>
      <p:sp>
        <p:nvSpPr>
          <p:cNvPr id="109" name="Google Shape;109;p12"/>
          <p:cNvSpPr txBox="1"/>
          <p:nvPr>
            <p:ph idx="10" type="dt"/>
          </p:nvPr>
        </p:nvSpPr>
        <p:spPr>
          <a:xfrm>
            <a:off x="880900" y="4836319"/>
            <a:ext cx="303600" cy="92100"/>
          </a:xfrm>
          <a:prstGeom prst="rect">
            <a:avLst/>
          </a:prstGeom>
          <a:noFill/>
          <a:ln>
            <a:noFill/>
          </a:ln>
        </p:spPr>
        <p:txBody>
          <a:bodyPr anchorCtr="0" anchor="t" bIns="91425" lIns="91425" spcFirstLastPara="1" rIns="91425" wrap="square" tIns="91425">
            <a:noAutofit/>
          </a:bodyPr>
          <a:lstStyle>
            <a:lvl1pPr indent="0" lvl="0" marL="0" marR="0" rtl="0" algn="ctr">
              <a:spcBef>
                <a:spcPts val="0"/>
              </a:spcBef>
              <a:spcAft>
                <a:spcPts val="0"/>
              </a:spcAft>
              <a:buSzPts val="1400"/>
              <a:buNone/>
              <a:defRPr sz="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2pPr>
            <a:lvl3pPr indent="0" lvl="2" marL="9144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3pPr>
            <a:lvl4pPr indent="0" lvl="3" marL="13716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4pPr>
            <a:lvl5pPr indent="0" lvl="4" marL="18288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5pPr>
            <a:lvl6pPr indent="0" lvl="5" marL="22860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6pPr>
            <a:lvl7pPr indent="0" lvl="6" marL="27432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7pPr>
            <a:lvl8pPr indent="0" lvl="7" marL="32004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8pPr>
            <a:lvl9pPr indent="0" lvl="8" marL="36576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110" name="Shape 110"/>
        <p:cNvGrpSpPr/>
        <p:nvPr/>
      </p:nvGrpSpPr>
      <p:grpSpPr>
        <a:xfrm>
          <a:off x="0" y="0"/>
          <a:ext cx="0" cy="0"/>
          <a:chOff x="0" y="0"/>
          <a:chExt cx="0" cy="0"/>
        </a:xfrm>
      </p:grpSpPr>
      <p:sp>
        <p:nvSpPr>
          <p:cNvPr id="111" name="Google Shape;111;p13"/>
          <p:cNvSpPr txBox="1"/>
          <p:nvPr>
            <p:ph type="title"/>
          </p:nvPr>
        </p:nvSpPr>
        <p:spPr>
          <a:xfrm>
            <a:off x="457200" y="122635"/>
            <a:ext cx="8229600" cy="4275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1pPr>
            <a:lvl2pPr indent="0" lvl="1"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2pPr>
            <a:lvl3pPr indent="0" lvl="2"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3pPr>
            <a:lvl4pPr indent="0" lvl="3"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4pPr>
            <a:lvl5pPr indent="0" lvl="4"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5pPr>
            <a:lvl6pPr indent="0" lvl="5" marL="4572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6pPr>
            <a:lvl7pPr indent="0" lvl="6" marL="9144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7pPr>
            <a:lvl8pPr indent="0" lvl="7" marL="13716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8pPr>
            <a:lvl9pPr indent="0" lvl="8" marL="18288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9pPr>
          </a:lstStyle>
          <a:p/>
        </p:txBody>
      </p:sp>
      <p:sp>
        <p:nvSpPr>
          <p:cNvPr id="112" name="Google Shape;112;p13"/>
          <p:cNvSpPr txBox="1"/>
          <p:nvPr>
            <p:ph idx="1" type="body"/>
          </p:nvPr>
        </p:nvSpPr>
        <p:spPr>
          <a:xfrm>
            <a:off x="468313" y="844153"/>
            <a:ext cx="8424900" cy="3293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90000"/>
              </a:lnSpc>
              <a:spcBef>
                <a:spcPts val="18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rtl="0" algn="l">
              <a:spcBef>
                <a:spcPts val="700"/>
              </a:spcBef>
              <a:spcAft>
                <a:spcPts val="0"/>
              </a:spcAft>
              <a:buClr>
                <a:schemeClr val="lt2"/>
              </a:buClr>
              <a:buSzPts val="1600"/>
              <a:buFont typeface="Noto Sans Symbols"/>
              <a:buChar char="•"/>
              <a:defRPr b="0" i="0" sz="1600" u="none" cap="none" strike="noStrike">
                <a:solidFill>
                  <a:schemeClr val="lt2"/>
                </a:solidFill>
                <a:latin typeface="Arial"/>
                <a:ea typeface="Arial"/>
                <a:cs typeface="Arial"/>
                <a:sym typeface="Arial"/>
              </a:defRPr>
            </a:lvl2pPr>
            <a:lvl3pPr indent="-317500" lvl="2" marL="1371600" marR="0" rtl="0" algn="l">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04800" lvl="5" marL="27432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304800" lvl="6" marL="32004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7pPr>
            <a:lvl8pPr indent="-304800" lvl="7" marL="36576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8pPr>
            <a:lvl9pPr indent="-304800" lvl="8" marL="4114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9pPr>
          </a:lstStyle>
          <a:p/>
        </p:txBody>
      </p:sp>
      <p:sp>
        <p:nvSpPr>
          <p:cNvPr id="113" name="Google Shape;113;p13"/>
          <p:cNvSpPr txBox="1"/>
          <p:nvPr>
            <p:ph idx="10" type="dt"/>
          </p:nvPr>
        </p:nvSpPr>
        <p:spPr>
          <a:xfrm>
            <a:off x="880900" y="4836319"/>
            <a:ext cx="303600" cy="92100"/>
          </a:xfrm>
          <a:prstGeom prst="rect">
            <a:avLst/>
          </a:prstGeom>
          <a:noFill/>
          <a:ln>
            <a:noFill/>
          </a:ln>
        </p:spPr>
        <p:txBody>
          <a:bodyPr anchorCtr="0" anchor="t" bIns="91425" lIns="91425" spcFirstLastPara="1" rIns="91425" wrap="square" tIns="91425">
            <a:noAutofit/>
          </a:bodyPr>
          <a:lstStyle>
            <a:lvl1pPr indent="0" lvl="0" marL="0" marR="0" rtl="0" algn="ctr">
              <a:spcBef>
                <a:spcPts val="0"/>
              </a:spcBef>
              <a:spcAft>
                <a:spcPts val="0"/>
              </a:spcAft>
              <a:buSzPts val="1400"/>
              <a:buNone/>
              <a:defRPr sz="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2pPr>
            <a:lvl3pPr indent="0" lvl="2" marL="9144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3pPr>
            <a:lvl4pPr indent="0" lvl="3" marL="13716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4pPr>
            <a:lvl5pPr indent="0" lvl="4" marL="18288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5pPr>
            <a:lvl6pPr indent="0" lvl="5" marL="22860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6pPr>
            <a:lvl7pPr indent="0" lvl="6" marL="27432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7pPr>
            <a:lvl8pPr indent="0" lvl="7" marL="32004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8pPr>
            <a:lvl9pPr indent="0" lvl="8" marL="36576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4" name="Shape 114"/>
        <p:cNvGrpSpPr/>
        <p:nvPr/>
      </p:nvGrpSpPr>
      <p:grpSpPr>
        <a:xfrm>
          <a:off x="0" y="0"/>
          <a:ext cx="0" cy="0"/>
          <a:chOff x="0" y="0"/>
          <a:chExt cx="0" cy="0"/>
        </a:xfrm>
      </p:grpSpPr>
      <p:sp>
        <p:nvSpPr>
          <p:cNvPr id="115" name="Google Shape;11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5200"/>
              <a:buChar char="●"/>
              <a:defRPr sz="5200"/>
            </a:lvl1pPr>
            <a:lvl2pPr lvl="1" rtl="0" algn="ctr">
              <a:spcBef>
                <a:spcPts val="0"/>
              </a:spcBef>
              <a:spcAft>
                <a:spcPts val="0"/>
              </a:spcAft>
              <a:buSzPts val="5200"/>
              <a:buChar char="○"/>
              <a:defRPr sz="5200"/>
            </a:lvl2pPr>
            <a:lvl3pPr lvl="2" rtl="0" algn="ctr">
              <a:spcBef>
                <a:spcPts val="0"/>
              </a:spcBef>
              <a:spcAft>
                <a:spcPts val="0"/>
              </a:spcAft>
              <a:buSzPts val="5200"/>
              <a:buChar char="■"/>
              <a:defRPr sz="5200"/>
            </a:lvl3pPr>
            <a:lvl4pPr lvl="3" rtl="0" algn="ctr">
              <a:spcBef>
                <a:spcPts val="0"/>
              </a:spcBef>
              <a:spcAft>
                <a:spcPts val="0"/>
              </a:spcAft>
              <a:buSzPts val="5200"/>
              <a:buChar char="●"/>
              <a:defRPr sz="5200"/>
            </a:lvl4pPr>
            <a:lvl5pPr lvl="4" rtl="0" algn="ctr">
              <a:spcBef>
                <a:spcPts val="0"/>
              </a:spcBef>
              <a:spcAft>
                <a:spcPts val="0"/>
              </a:spcAft>
              <a:buSzPts val="5200"/>
              <a:buChar char="○"/>
              <a:defRPr sz="5200"/>
            </a:lvl5pPr>
            <a:lvl6pPr lvl="5" rtl="0" algn="ctr">
              <a:spcBef>
                <a:spcPts val="0"/>
              </a:spcBef>
              <a:spcAft>
                <a:spcPts val="0"/>
              </a:spcAft>
              <a:buSzPts val="5200"/>
              <a:buChar char="■"/>
              <a:defRPr sz="5200"/>
            </a:lvl6pPr>
            <a:lvl7pPr lvl="6" rtl="0" algn="ctr">
              <a:spcBef>
                <a:spcPts val="0"/>
              </a:spcBef>
              <a:spcAft>
                <a:spcPts val="0"/>
              </a:spcAft>
              <a:buSzPts val="5200"/>
              <a:buChar char="●"/>
              <a:defRPr sz="5200"/>
            </a:lvl7pPr>
            <a:lvl8pPr lvl="7" rtl="0" algn="ctr">
              <a:spcBef>
                <a:spcPts val="0"/>
              </a:spcBef>
              <a:spcAft>
                <a:spcPts val="0"/>
              </a:spcAft>
              <a:buSzPts val="5200"/>
              <a:buChar char="○"/>
              <a:defRPr sz="5200"/>
            </a:lvl8pPr>
            <a:lvl9pPr lvl="8" rtl="0" algn="ctr">
              <a:spcBef>
                <a:spcPts val="0"/>
              </a:spcBef>
              <a:spcAft>
                <a:spcPts val="0"/>
              </a:spcAft>
              <a:buSzPts val="5200"/>
              <a:buChar char="■"/>
              <a:defRPr sz="5200"/>
            </a:lvl9pPr>
          </a:lstStyle>
          <a:p/>
        </p:txBody>
      </p:sp>
      <p:sp>
        <p:nvSpPr>
          <p:cNvPr id="116" name="Google Shape;116;p14"/>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7" name="Google Shape;117;p14"/>
          <p:cNvSpPr txBox="1"/>
          <p:nvPr>
            <p:ph idx="12" type="sldNum"/>
          </p:nvPr>
        </p:nvSpPr>
        <p:spPr>
          <a:xfrm>
            <a:off x="8472458" y="4663217"/>
            <a:ext cx="548700" cy="393600"/>
          </a:xfrm>
          <a:prstGeom prst="rect">
            <a:avLst/>
          </a:prstGeom>
        </p:spPr>
        <p:txBody>
          <a:bodyPr anchorCtr="0" anchor="ctr" bIns="78700" lIns="78700" spcFirstLastPara="1" rIns="78700" wrap="square" tIns="787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 name="Shape 118"/>
        <p:cNvGrpSpPr/>
        <p:nvPr/>
      </p:nvGrpSpPr>
      <p:grpSpPr>
        <a:xfrm>
          <a:off x="0" y="0"/>
          <a:ext cx="0" cy="0"/>
          <a:chOff x="0" y="0"/>
          <a:chExt cx="0" cy="0"/>
        </a:xfrm>
      </p:grpSpPr>
      <p:sp>
        <p:nvSpPr>
          <p:cNvPr id="119" name="Google Shape;119;p1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20" name="Google Shape;120;p15"/>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21" name="Google Shape;121;p15"/>
          <p:cNvSpPr txBox="1"/>
          <p:nvPr>
            <p:ph idx="12" type="sldNum"/>
          </p:nvPr>
        </p:nvSpPr>
        <p:spPr>
          <a:xfrm>
            <a:off x="8472458" y="4663217"/>
            <a:ext cx="548700" cy="393600"/>
          </a:xfrm>
          <a:prstGeom prst="rect">
            <a:avLst/>
          </a:prstGeom>
        </p:spPr>
        <p:txBody>
          <a:bodyPr anchorCtr="0" anchor="ctr" bIns="78700" lIns="78700" spcFirstLastPara="1" rIns="78700" wrap="square" tIns="787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graphique ou organigramme hiérarchique" type="dgm">
  <p:cSld name="DIAGRAM">
    <p:spTree>
      <p:nvGrpSpPr>
        <p:cNvPr id="122" name="Shape 122"/>
        <p:cNvGrpSpPr/>
        <p:nvPr/>
      </p:nvGrpSpPr>
      <p:grpSpPr>
        <a:xfrm>
          <a:off x="0" y="0"/>
          <a:ext cx="0" cy="0"/>
          <a:chOff x="0" y="0"/>
          <a:chExt cx="0" cy="0"/>
        </a:xfrm>
      </p:grpSpPr>
      <p:sp>
        <p:nvSpPr>
          <p:cNvPr id="123" name="Google Shape;123;p16"/>
          <p:cNvSpPr txBox="1"/>
          <p:nvPr>
            <p:ph type="title"/>
          </p:nvPr>
        </p:nvSpPr>
        <p:spPr>
          <a:xfrm>
            <a:off x="603250" y="282178"/>
            <a:ext cx="7955100" cy="4560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1pPr>
            <a:lvl2pPr indent="0" lvl="1"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2pPr>
            <a:lvl3pPr indent="0" lvl="2"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3pPr>
            <a:lvl4pPr indent="0" lvl="3"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4pPr>
            <a:lvl5pPr indent="0" lvl="4"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5pPr>
            <a:lvl6pPr indent="0" lvl="5" marL="4572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6pPr>
            <a:lvl7pPr indent="0" lvl="6" marL="9144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7pPr>
            <a:lvl8pPr indent="0" lvl="7" marL="13716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8pPr>
            <a:lvl9pPr indent="0" lvl="8" marL="18288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9pPr>
          </a:lstStyle>
          <a:p/>
        </p:txBody>
      </p:sp>
      <p:sp>
        <p:nvSpPr>
          <p:cNvPr id="124" name="Google Shape;124;p16"/>
          <p:cNvSpPr/>
          <p:nvPr>
            <p:ph idx="2" type="dgm"/>
          </p:nvPr>
        </p:nvSpPr>
        <p:spPr>
          <a:xfrm>
            <a:off x="603250" y="996553"/>
            <a:ext cx="7955100" cy="3439800"/>
          </a:xfrm>
          <a:prstGeom prst="rect">
            <a:avLst/>
          </a:prstGeom>
          <a:noFill/>
          <a:ln>
            <a:noFill/>
          </a:ln>
        </p:spPr>
        <p:txBody>
          <a:bodyPr anchorCtr="0" anchor="t" bIns="91425" lIns="91425" spcFirstLastPara="1" rIns="91425" wrap="square" tIns="91425">
            <a:noAutofit/>
          </a:bodyPr>
          <a:lstStyle>
            <a:lvl1pPr indent="-268288" lvl="0" marL="268288" marR="0" rtl="0" algn="l">
              <a:lnSpc>
                <a:spcPct val="90000"/>
              </a:lnSpc>
              <a:spcBef>
                <a:spcPts val="18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233363" lvl="1" marL="512763" marR="0" rtl="0" algn="l">
              <a:spcBef>
                <a:spcPts val="700"/>
              </a:spcBef>
              <a:spcAft>
                <a:spcPts val="0"/>
              </a:spcAft>
              <a:buClr>
                <a:schemeClr val="lt2"/>
              </a:buClr>
              <a:buSzPts val="1600"/>
              <a:buFont typeface="Noto Sans Symbols"/>
              <a:buChar char="•"/>
              <a:defRPr b="0" i="0" sz="1600" u="none" cap="none" strike="noStrike">
                <a:solidFill>
                  <a:schemeClr val="lt2"/>
                </a:solidFill>
                <a:latin typeface="Arial"/>
                <a:ea typeface="Arial"/>
                <a:cs typeface="Arial"/>
                <a:sym typeface="Arial"/>
              </a:defRPr>
            </a:lvl2pPr>
            <a:lvl3pPr indent="-188913" lvl="2" marL="696913" marR="0" rtl="0" algn="l">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169863" lvl="3" marL="868363"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177800" lvl="4" marL="10414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177800" lvl="5" marL="14986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177800" lvl="6" marL="1955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7pPr>
            <a:lvl8pPr indent="-177800" lvl="7" marL="24130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8pPr>
            <a:lvl9pPr indent="-177800" lvl="8" marL="28702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9pPr>
          </a:lstStyle>
          <a:p/>
        </p:txBody>
      </p:sp>
    </p:spTree>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Cover page">
    <p:spTree>
      <p:nvGrpSpPr>
        <p:cNvPr id="136" name="Shape 136"/>
        <p:cNvGrpSpPr/>
        <p:nvPr/>
      </p:nvGrpSpPr>
      <p:grpSpPr>
        <a:xfrm>
          <a:off x="0" y="0"/>
          <a:ext cx="0" cy="0"/>
          <a:chOff x="0" y="0"/>
          <a:chExt cx="0" cy="0"/>
        </a:xfrm>
      </p:grpSpPr>
      <p:pic>
        <p:nvPicPr>
          <p:cNvPr descr="A9RD8AD.png" id="137" name="Google Shape;137;p18"/>
          <p:cNvPicPr preferRelativeResize="0"/>
          <p:nvPr/>
        </p:nvPicPr>
        <p:blipFill rotWithShape="1">
          <a:blip r:embed="rId2">
            <a:alphaModFix/>
          </a:blip>
          <a:srcRect b="405" l="0" r="28607" t="859"/>
          <a:stretch/>
        </p:blipFill>
        <p:spPr>
          <a:xfrm>
            <a:off x="3565800" y="350"/>
            <a:ext cx="5578200" cy="5143500"/>
          </a:xfrm>
          <a:prstGeom prst="rect">
            <a:avLst/>
          </a:prstGeom>
          <a:noFill/>
          <a:ln>
            <a:noFill/>
          </a:ln>
        </p:spPr>
      </p:pic>
      <p:grpSp>
        <p:nvGrpSpPr>
          <p:cNvPr id="138" name="Google Shape;138;p18"/>
          <p:cNvGrpSpPr/>
          <p:nvPr/>
        </p:nvGrpSpPr>
        <p:grpSpPr>
          <a:xfrm>
            <a:off x="0" y="-1200"/>
            <a:ext cx="9152724" cy="5161200"/>
            <a:chOff x="0" y="-1200"/>
            <a:chExt cx="9152724" cy="5161200"/>
          </a:xfrm>
        </p:grpSpPr>
        <p:pic>
          <p:nvPicPr>
            <p:cNvPr descr="t1.png" id="139" name="Google Shape;139;p18"/>
            <p:cNvPicPr preferRelativeResize="0"/>
            <p:nvPr/>
          </p:nvPicPr>
          <p:blipFill rotWithShape="1">
            <a:blip r:embed="rId3">
              <a:alphaModFix/>
            </a:blip>
            <a:srcRect b="0" l="0" r="47876" t="0"/>
            <a:stretch/>
          </p:blipFill>
          <p:spPr>
            <a:xfrm>
              <a:off x="0" y="-1200"/>
              <a:ext cx="4766100" cy="5161200"/>
            </a:xfrm>
            <a:prstGeom prst="rect">
              <a:avLst/>
            </a:prstGeom>
            <a:noFill/>
            <a:ln>
              <a:noFill/>
            </a:ln>
          </p:spPr>
        </p:pic>
        <p:pic>
          <p:nvPicPr>
            <p:cNvPr descr="t1.png" id="140" name="Google Shape;140;p18"/>
            <p:cNvPicPr preferRelativeResize="0"/>
            <p:nvPr/>
          </p:nvPicPr>
          <p:blipFill rotWithShape="1">
            <a:blip r:embed="rId3">
              <a:alphaModFix/>
            </a:blip>
            <a:srcRect b="71834" l="51642" r="0" t="0"/>
            <a:stretch/>
          </p:blipFill>
          <p:spPr>
            <a:xfrm>
              <a:off x="4677924" y="-1200"/>
              <a:ext cx="4474800" cy="1448700"/>
            </a:xfrm>
            <a:prstGeom prst="rect">
              <a:avLst/>
            </a:prstGeom>
            <a:noFill/>
            <a:ln>
              <a:noFill/>
            </a:ln>
          </p:spPr>
        </p:pic>
        <p:pic>
          <p:nvPicPr>
            <p:cNvPr descr="t1.png" id="141" name="Google Shape;141;p18"/>
            <p:cNvPicPr preferRelativeResize="0"/>
            <p:nvPr/>
          </p:nvPicPr>
          <p:blipFill rotWithShape="1">
            <a:blip r:embed="rId3">
              <a:alphaModFix/>
            </a:blip>
            <a:srcRect b="0" l="51642" r="0" t="59225"/>
            <a:stretch/>
          </p:blipFill>
          <p:spPr>
            <a:xfrm>
              <a:off x="4722050" y="3053875"/>
              <a:ext cx="4422000" cy="2106000"/>
            </a:xfrm>
            <a:prstGeom prst="rect">
              <a:avLst/>
            </a:prstGeom>
            <a:noFill/>
            <a:ln>
              <a:noFill/>
            </a:ln>
          </p:spPr>
        </p:pic>
      </p:grpSp>
      <p:sp>
        <p:nvSpPr>
          <p:cNvPr id="142" name="Google Shape;142;p18"/>
          <p:cNvSpPr/>
          <p:nvPr/>
        </p:nvSpPr>
        <p:spPr>
          <a:xfrm>
            <a:off x="323528" y="4371950"/>
            <a:ext cx="4248600" cy="6498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8"/>
          <p:cNvSpPr/>
          <p:nvPr/>
        </p:nvSpPr>
        <p:spPr>
          <a:xfrm>
            <a:off x="323528" y="4021796"/>
            <a:ext cx="4248600" cy="2985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Roboto"/>
              <a:ea typeface="Roboto"/>
              <a:cs typeface="Roboto"/>
              <a:sym typeface="Roboto"/>
            </a:endParaRPr>
          </a:p>
        </p:txBody>
      </p:sp>
      <p:sp>
        <p:nvSpPr>
          <p:cNvPr id="144" name="Google Shape;144;p18"/>
          <p:cNvSpPr txBox="1"/>
          <p:nvPr>
            <p:ph type="title"/>
          </p:nvPr>
        </p:nvSpPr>
        <p:spPr>
          <a:xfrm>
            <a:off x="260486" y="1316440"/>
            <a:ext cx="39993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0" i="0" sz="3600" u="none" cap="none" strike="noStrike">
                <a:solidFill>
                  <a:schemeClr val="dk1"/>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145" name="Google Shape;145;p18"/>
          <p:cNvSpPr/>
          <p:nvPr/>
        </p:nvSpPr>
        <p:spPr>
          <a:xfrm>
            <a:off x="4494651" y="4140157"/>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46" name="Google Shape;146;p18"/>
          <p:cNvSpPr/>
          <p:nvPr/>
        </p:nvSpPr>
        <p:spPr>
          <a:xfrm>
            <a:off x="279158" y="4116092"/>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47" name="Google Shape;147;p18"/>
          <p:cNvSpPr/>
          <p:nvPr/>
        </p:nvSpPr>
        <p:spPr>
          <a:xfrm>
            <a:off x="351163" y="4879662"/>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48" name="Google Shape;148;p18"/>
          <p:cNvSpPr/>
          <p:nvPr/>
        </p:nvSpPr>
        <p:spPr>
          <a:xfrm>
            <a:off x="4566660" y="4903726"/>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49" name="Google Shape;149;p18"/>
          <p:cNvSpPr/>
          <p:nvPr/>
        </p:nvSpPr>
        <p:spPr>
          <a:xfrm>
            <a:off x="4494651" y="3712826"/>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50" name="Google Shape;150;p18"/>
          <p:cNvSpPr/>
          <p:nvPr/>
        </p:nvSpPr>
        <p:spPr>
          <a:xfrm>
            <a:off x="279158" y="3688762"/>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51" name="Google Shape;151;p18"/>
          <p:cNvSpPr/>
          <p:nvPr/>
        </p:nvSpPr>
        <p:spPr>
          <a:xfrm>
            <a:off x="351163" y="4022639"/>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52" name="Google Shape;152;p18"/>
          <p:cNvSpPr/>
          <p:nvPr/>
        </p:nvSpPr>
        <p:spPr>
          <a:xfrm>
            <a:off x="4494651" y="4022639"/>
            <a:ext cx="0" cy="0"/>
          </a:xfrm>
          <a:custGeom>
            <a:rect b="b" l="l" r="r" t="t"/>
            <a:pathLst>
              <a:path extrusionOk="0" h="120000" w="120000">
                <a:moveTo>
                  <a:pt x="0" y="0"/>
                </a:moveTo>
                <a:lnTo>
                  <a:pt x="0" y="0"/>
                </a:lnTo>
              </a:path>
            </a:pathLst>
          </a:custGeom>
          <a:noFill/>
          <a:ln cap="flat" cmpd="sng" w="12925">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53" name="Google Shape;153;p18"/>
          <p:cNvSpPr txBox="1"/>
          <p:nvPr/>
        </p:nvSpPr>
        <p:spPr>
          <a:xfrm>
            <a:off x="367390" y="4408652"/>
            <a:ext cx="4132500" cy="665700"/>
          </a:xfrm>
          <a:prstGeom prst="rect">
            <a:avLst/>
          </a:prstGeom>
          <a:noFill/>
          <a:ln>
            <a:noFill/>
          </a:ln>
        </p:spPr>
        <p:txBody>
          <a:bodyPr anchorCtr="0" anchor="t" bIns="0" lIns="0" spcFirstLastPara="1" rIns="0" wrap="square" tIns="0">
            <a:noAutofit/>
          </a:bodyPr>
          <a:lstStyle/>
          <a:p>
            <a:pPr indent="0" lvl="0" marL="12700" marR="0" rtl="0" algn="just">
              <a:lnSpc>
                <a:spcPct val="100000"/>
              </a:lnSpc>
              <a:spcBef>
                <a:spcPts val="0"/>
              </a:spcBef>
              <a:spcAft>
                <a:spcPts val="0"/>
              </a:spcAft>
              <a:buClr>
                <a:srgbClr val="3760A4"/>
              </a:buClr>
              <a:buFont typeface="Helvetica Neue"/>
              <a:buNone/>
            </a:pPr>
            <a:r>
              <a:rPr b="0" i="0" lang="en-GB" sz="600" u="none" cap="none" strike="noStrike">
                <a:solidFill>
                  <a:srgbClr val="3760A4"/>
                </a:solidFill>
                <a:latin typeface="Roboto"/>
                <a:ea typeface="Roboto"/>
                <a:cs typeface="Roboto"/>
                <a:sym typeface="Roboto"/>
              </a:rPr>
              <a:t>This document and the information contained herein is l’Air Liquide S.A. or one of its affiliates’ property. The document is confidential business information and may furthermore contain confidential technical information. It is provided to certain employees of the Air Liquide Group for their internal use exclusively in the course of their employment. Any reproduction or disclosure of all or part of this document to third parties is prohibited without the express written consent of an authorized representative within the Air Liquide Group. If you have received this document by mistake, please immediately notify the sender and destroy the original message.</a:t>
            </a:r>
            <a:endParaRPr/>
          </a:p>
        </p:txBody>
      </p:sp>
      <p:sp>
        <p:nvSpPr>
          <p:cNvPr id="154" name="Google Shape;154;p18"/>
          <p:cNvSpPr txBox="1"/>
          <p:nvPr/>
        </p:nvSpPr>
        <p:spPr>
          <a:xfrm>
            <a:off x="252813" y="3875037"/>
            <a:ext cx="4176600" cy="42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850" u="none" cap="none" strike="noStrike">
              <a:solidFill>
                <a:schemeClr val="dk1"/>
              </a:solidFill>
              <a:latin typeface="Roboto"/>
              <a:ea typeface="Roboto"/>
              <a:cs typeface="Roboto"/>
              <a:sym typeface="Roboto"/>
            </a:endParaRPr>
          </a:p>
          <a:p>
            <a:pPr indent="0" lvl="0" marL="114300" marR="0" rtl="0" algn="l">
              <a:lnSpc>
                <a:spcPct val="100000"/>
              </a:lnSpc>
              <a:spcBef>
                <a:spcPts val="0"/>
              </a:spcBef>
              <a:spcAft>
                <a:spcPts val="0"/>
              </a:spcAft>
              <a:buClr>
                <a:srgbClr val="3760A4"/>
              </a:buClr>
              <a:buFont typeface="Helvetica Neue"/>
              <a:buNone/>
            </a:pPr>
            <a:r>
              <a:rPr lang="en-GB" sz="850">
                <a:solidFill>
                  <a:srgbClr val="3760A4"/>
                </a:solidFill>
                <a:latin typeface="Roboto"/>
                <a:ea typeface="Roboto"/>
                <a:cs typeface="Roboto"/>
                <a:sym typeface="Roboto"/>
              </a:rPr>
              <a:t>CRPS </a:t>
            </a:r>
            <a:r>
              <a:rPr b="0" i="0" lang="en-GB" sz="850" u="none" cap="none" strike="noStrike">
                <a:solidFill>
                  <a:srgbClr val="3760A4"/>
                </a:solidFill>
                <a:latin typeface="Roboto"/>
                <a:ea typeface="Roboto"/>
                <a:cs typeface="Roboto"/>
                <a:sym typeface="Roboto"/>
              </a:rPr>
              <a:t>   </a:t>
            </a:r>
            <a:r>
              <a:rPr b="0" i="0" lang="en-GB" sz="1000" u="none" cap="none" strike="noStrike">
                <a:solidFill>
                  <a:schemeClr val="dk1"/>
                </a:solidFill>
                <a:latin typeface="Roboto"/>
                <a:ea typeface="Roboto"/>
                <a:cs typeface="Roboto"/>
                <a:sym typeface="Roboto"/>
              </a:rPr>
              <a:t>•</a:t>
            </a:r>
            <a:r>
              <a:rPr b="0" i="0" lang="en-GB" sz="850" u="none" cap="none" strike="noStrike">
                <a:solidFill>
                  <a:srgbClr val="3760A4"/>
                </a:solidFill>
                <a:latin typeface="Roboto"/>
                <a:ea typeface="Roboto"/>
                <a:cs typeface="Roboto"/>
                <a:sym typeface="Roboto"/>
              </a:rPr>
              <a:t>    </a:t>
            </a:r>
            <a:r>
              <a:rPr lang="en-GB" sz="850">
                <a:solidFill>
                  <a:srgbClr val="3760A4"/>
                </a:solidFill>
                <a:latin typeface="Roboto"/>
                <a:ea typeface="Roboto"/>
                <a:cs typeface="Roboto"/>
                <a:sym typeface="Roboto"/>
              </a:rPr>
              <a:t>26/09/2017</a:t>
            </a:r>
            <a:endParaRPr/>
          </a:p>
          <a:p>
            <a:pPr indent="0" lvl="0" marL="114300" marR="0" rtl="0" algn="l">
              <a:lnSpc>
                <a:spcPct val="100000"/>
              </a:lnSpc>
              <a:spcBef>
                <a:spcPts val="0"/>
              </a:spcBef>
              <a:spcAft>
                <a:spcPts val="0"/>
              </a:spcAft>
              <a:buClr>
                <a:srgbClr val="3760A4"/>
              </a:buClr>
              <a:buFont typeface="Helvetica Neue"/>
              <a:buNone/>
            </a:pPr>
            <a:r>
              <a:rPr lang="en-GB" sz="850">
                <a:solidFill>
                  <a:srgbClr val="3760A4"/>
                </a:solidFill>
                <a:latin typeface="Roboto"/>
                <a:ea typeface="Roboto"/>
                <a:cs typeface="Roboto"/>
                <a:sym typeface="Roboto"/>
              </a:rPr>
              <a:t>Rodrigue. Fokouop</a:t>
            </a:r>
            <a:r>
              <a:rPr b="0" i="0" lang="en-GB" sz="850" u="none" cap="none" strike="noStrike">
                <a:solidFill>
                  <a:schemeClr val="dk1"/>
                </a:solidFill>
                <a:latin typeface="Roboto"/>
                <a:ea typeface="Roboto"/>
                <a:cs typeface="Roboto"/>
                <a:sym typeface="Roboto"/>
              </a:rPr>
              <a:t>      </a:t>
            </a:r>
            <a:r>
              <a:rPr b="0" i="0" lang="en-GB" sz="1000" u="none" cap="none" strike="noStrike">
                <a:solidFill>
                  <a:schemeClr val="dk1"/>
                </a:solidFill>
                <a:latin typeface="Roboto"/>
                <a:ea typeface="Roboto"/>
                <a:cs typeface="Roboto"/>
                <a:sym typeface="Roboto"/>
              </a:rPr>
              <a:t>•</a:t>
            </a:r>
            <a:r>
              <a:rPr b="0" i="0" lang="en-GB" sz="850" u="none" cap="none" strike="noStrike">
                <a:solidFill>
                  <a:schemeClr val="dk1"/>
                </a:solidFill>
                <a:latin typeface="Roboto"/>
                <a:ea typeface="Roboto"/>
                <a:cs typeface="Roboto"/>
                <a:sym typeface="Roboto"/>
              </a:rPr>
              <a:t>      </a:t>
            </a:r>
            <a:r>
              <a:rPr lang="en-GB" sz="850">
                <a:solidFill>
                  <a:srgbClr val="3760A4"/>
                </a:solidFill>
                <a:latin typeface="Roboto"/>
                <a:ea typeface="Roboto"/>
                <a:cs typeface="Roboto"/>
                <a:sym typeface="Roboto"/>
              </a:rPr>
              <a:t>Computational &amp; data science group</a:t>
            </a:r>
            <a:endParaRPr/>
          </a:p>
        </p:txBody>
      </p:sp>
      <p:sp>
        <p:nvSpPr>
          <p:cNvPr id="155" name="Google Shape;155;p18"/>
          <p:cNvSpPr/>
          <p:nvPr/>
        </p:nvSpPr>
        <p:spPr>
          <a:xfrm>
            <a:off x="237225" y="3781600"/>
            <a:ext cx="3105300" cy="165600"/>
          </a:xfrm>
          <a:prstGeom prst="rect">
            <a:avLst/>
          </a:prstGeom>
          <a:noFill/>
          <a:ln>
            <a:noFill/>
          </a:ln>
        </p:spPr>
        <p:txBody>
          <a:bodyPr anchorCtr="0" anchor="t" bIns="39325" lIns="78700" spcFirstLastPara="1" rIns="78700" wrap="square" tIns="39325">
            <a:noAutofit/>
          </a:bodyPr>
          <a:lstStyle/>
          <a:p>
            <a:pPr indent="0" lvl="0" marL="12700" marR="0" rtl="0" algn="l">
              <a:lnSpc>
                <a:spcPct val="100000"/>
              </a:lnSpc>
              <a:spcBef>
                <a:spcPts val="0"/>
              </a:spcBef>
              <a:spcAft>
                <a:spcPts val="0"/>
              </a:spcAft>
              <a:buClr>
                <a:srgbClr val="3760A4"/>
              </a:buClr>
              <a:buFont typeface="Helvetica Neue"/>
              <a:buNone/>
            </a:pPr>
            <a:r>
              <a:rPr b="1" i="0" lang="en-GB" sz="650" u="none" cap="none" strike="noStrike">
                <a:solidFill>
                  <a:srgbClr val="3760A4"/>
                </a:solidFill>
                <a:latin typeface="Roboto"/>
                <a:ea typeface="Roboto"/>
                <a:cs typeface="Roboto"/>
                <a:sym typeface="Roboto"/>
              </a:rPr>
              <a:t>THIS  DOCUMENT  IS  </a:t>
            </a:r>
            <a:r>
              <a:rPr b="1" i="0" lang="en-GB" sz="650" u="none" cap="none" strike="noStrike">
                <a:solidFill>
                  <a:srgbClr val="7EA243"/>
                </a:solidFill>
                <a:latin typeface="Roboto"/>
                <a:ea typeface="Roboto"/>
                <a:cs typeface="Roboto"/>
                <a:sym typeface="Roboto"/>
              </a:rPr>
              <a:t>•INTERNAL </a:t>
            </a:r>
            <a:r>
              <a:rPr b="0" i="0" lang="en-GB" sz="1000" u="none" cap="none" strike="noStrike">
                <a:solidFill>
                  <a:schemeClr val="dk1"/>
                </a:solidFill>
                <a:latin typeface="Roboto"/>
                <a:ea typeface="Roboto"/>
                <a:cs typeface="Roboto"/>
                <a:sym typeface="Roboto"/>
              </a:rPr>
              <a:t>• </a:t>
            </a:r>
            <a:r>
              <a:rPr b="1" i="0" lang="en-GB" sz="700" u="none" cap="none" strike="noStrike">
                <a:solidFill>
                  <a:schemeClr val="dk1"/>
                </a:solidFill>
                <a:latin typeface="Roboto"/>
                <a:ea typeface="Roboto"/>
                <a:cs typeface="Roboto"/>
                <a:sym typeface="Roboto"/>
              </a:rPr>
              <a:t>OWNER:  R</a:t>
            </a:r>
            <a:r>
              <a:rPr b="1" lang="en-GB" sz="700">
                <a:solidFill>
                  <a:schemeClr val="dk1"/>
                </a:solidFill>
                <a:latin typeface="Roboto"/>
                <a:ea typeface="Roboto"/>
                <a:cs typeface="Roboto"/>
                <a:sym typeface="Roboto"/>
              </a:rPr>
              <a:t>. </a:t>
            </a:r>
            <a:r>
              <a:rPr b="1" i="0" lang="en-GB" sz="700" u="none" cap="none" strike="noStrike">
                <a:solidFill>
                  <a:schemeClr val="dk1"/>
                </a:solidFill>
                <a:latin typeface="Roboto"/>
                <a:ea typeface="Roboto"/>
                <a:cs typeface="Roboto"/>
                <a:sym typeface="Roboto"/>
              </a:rPr>
              <a:t>FOKOUOP &amp; J</a:t>
            </a:r>
            <a:r>
              <a:rPr b="1" lang="en-GB" sz="700">
                <a:solidFill>
                  <a:schemeClr val="dk1"/>
                </a:solidFill>
                <a:latin typeface="Roboto"/>
                <a:ea typeface="Roboto"/>
                <a:cs typeface="Roboto"/>
                <a:sym typeface="Roboto"/>
              </a:rPr>
              <a:t>ean ANDRE</a:t>
            </a:r>
            <a:endParaRPr/>
          </a:p>
          <a:p>
            <a:pPr indent="0" lvl="0" marL="12700" marR="0" rtl="0" algn="l">
              <a:lnSpc>
                <a:spcPct val="100000"/>
              </a:lnSpc>
              <a:spcBef>
                <a:spcPts val="0"/>
              </a:spcBef>
              <a:spcAft>
                <a:spcPts val="0"/>
              </a:spcAft>
              <a:buClr>
                <a:srgbClr val="3760A4"/>
              </a:buClr>
              <a:buFont typeface="Helvetica Neue"/>
              <a:buNone/>
            </a:pPr>
            <a:r>
              <a:t/>
            </a:r>
            <a:endParaRPr b="1" i="0" sz="650" u="none" cap="none" strike="noStrike">
              <a:solidFill>
                <a:srgbClr val="3760A4"/>
              </a:solidFill>
              <a:latin typeface="Roboto"/>
              <a:ea typeface="Roboto"/>
              <a:cs typeface="Roboto"/>
              <a:sym typeface="Roboto"/>
            </a:endParaRPr>
          </a:p>
        </p:txBody>
      </p:sp>
      <p:pic>
        <p:nvPicPr>
          <p:cNvPr id="156" name="Google Shape;156;p18"/>
          <p:cNvPicPr preferRelativeResize="0"/>
          <p:nvPr/>
        </p:nvPicPr>
        <p:blipFill rotWithShape="1">
          <a:blip r:embed="rId4">
            <a:alphaModFix/>
          </a:blip>
          <a:srcRect b="0" l="0" r="0" t="0"/>
          <a:stretch/>
        </p:blipFill>
        <p:spPr>
          <a:xfrm>
            <a:off x="165333" y="227289"/>
            <a:ext cx="2396400" cy="7326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157" name="Shape 157"/>
        <p:cNvGrpSpPr/>
        <p:nvPr/>
      </p:nvGrpSpPr>
      <p:grpSpPr>
        <a:xfrm>
          <a:off x="0" y="0"/>
          <a:ext cx="0" cy="0"/>
          <a:chOff x="0" y="0"/>
          <a:chExt cx="0" cy="0"/>
        </a:xfrm>
      </p:grpSpPr>
      <p:sp>
        <p:nvSpPr>
          <p:cNvPr id="158" name="Google Shape;158;p19"/>
          <p:cNvSpPr/>
          <p:nvPr/>
        </p:nvSpPr>
        <p:spPr>
          <a:xfrm>
            <a:off x="716479" y="1015125"/>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59" name="Google Shape;159;p19"/>
          <p:cNvSpPr txBox="1"/>
          <p:nvPr>
            <p:ph type="title"/>
          </p:nvPr>
        </p:nvSpPr>
        <p:spPr>
          <a:xfrm>
            <a:off x="620060" y="79343"/>
            <a:ext cx="65268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75FA4"/>
              </a:buClr>
              <a:buSzPts val="1400"/>
              <a:buFont typeface="Roboto"/>
              <a:buNone/>
              <a:defRPr b="0" i="0" sz="2500" u="none" cap="none" strike="noStrike">
                <a:solidFill>
                  <a:srgbClr val="375FA4"/>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160" name="Google Shape;160;p19"/>
          <p:cNvSpPr txBox="1"/>
          <p:nvPr>
            <p:ph idx="1" type="body"/>
          </p:nvPr>
        </p:nvSpPr>
        <p:spPr>
          <a:xfrm>
            <a:off x="611560" y="1102875"/>
            <a:ext cx="8064900" cy="2819700"/>
          </a:xfrm>
          <a:prstGeom prst="rect">
            <a:avLst/>
          </a:prstGeom>
          <a:noFill/>
          <a:ln>
            <a:noFill/>
          </a:ln>
        </p:spPr>
        <p:txBody>
          <a:bodyPr anchorCtr="0" anchor="t" bIns="91425" lIns="91425" spcFirstLastPara="1" rIns="91425" wrap="square" tIns="91425">
            <a:noAutofit/>
          </a:bodyPr>
          <a:lstStyle>
            <a:lvl1pPr indent="-371475" lvl="0" marL="457200" marR="0" rtl="0" algn="l">
              <a:lnSpc>
                <a:spcPct val="100000"/>
              </a:lnSpc>
              <a:spcBef>
                <a:spcPts val="0"/>
              </a:spcBef>
              <a:spcAft>
                <a:spcPts val="0"/>
              </a:spcAft>
              <a:buClr>
                <a:schemeClr val="dk2"/>
              </a:buClr>
              <a:buSzPts val="2250"/>
              <a:buFont typeface="Roboto"/>
              <a:buAutoNum type="arabicPlain"/>
              <a:defRPr b="0" i="0" sz="1500" u="none" cap="none" strike="noStrike">
                <a:solidFill>
                  <a:srgbClr val="575756"/>
                </a:solidFill>
                <a:latin typeface="Roboto"/>
                <a:ea typeface="Roboto"/>
                <a:cs typeface="Roboto"/>
                <a:sym typeface="Roboto"/>
              </a:defRPr>
            </a:lvl1pPr>
            <a:lvl2pPr indent="-292100" lvl="1" marL="914400" marR="0" rtl="0" algn="l">
              <a:lnSpc>
                <a:spcPct val="100000"/>
              </a:lnSpc>
              <a:spcBef>
                <a:spcPts val="900"/>
              </a:spcBef>
              <a:spcAft>
                <a:spcPts val="0"/>
              </a:spcAft>
              <a:buClr>
                <a:srgbClr val="6F6F6E"/>
              </a:buClr>
              <a:buSzPts val="1000"/>
              <a:buFont typeface="Roboto"/>
              <a:buChar char=" "/>
              <a:defRPr b="0" i="0" sz="1300" u="none" cap="none" strike="noStrike">
                <a:solidFill>
                  <a:srgbClr val="6F6F6E"/>
                </a:solidFill>
                <a:latin typeface="Roboto"/>
                <a:ea typeface="Roboto"/>
                <a:cs typeface="Roboto"/>
                <a:sym typeface="Roboto"/>
              </a:defRPr>
            </a:lvl2pPr>
            <a:lvl3pPr indent="-228600" lvl="2" marL="1371600" marR="0" rtl="0" algn="l">
              <a:lnSpc>
                <a:spcPct val="100000"/>
              </a:lnSpc>
              <a:spcBef>
                <a:spcPts val="300"/>
              </a:spcBef>
              <a:spcAft>
                <a:spcPts val="0"/>
              </a:spcAft>
              <a:buClr>
                <a:srgbClr val="6F6F6E"/>
              </a:buClr>
              <a:buSzPts val="1400"/>
              <a:buFont typeface="Roboto"/>
              <a:buNone/>
              <a:defRPr b="1" i="0" sz="1300" u="none" cap="none" strike="noStrike">
                <a:solidFill>
                  <a:srgbClr val="6F6F6E"/>
                </a:solidFill>
                <a:latin typeface="Roboto"/>
                <a:ea typeface="Roboto"/>
                <a:cs typeface="Roboto"/>
                <a:sym typeface="Roboto"/>
              </a:defRPr>
            </a:lvl3pPr>
            <a:lvl4pPr indent="-304800" lvl="3" marL="18288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4pPr>
            <a:lvl5pPr indent="-304800" lvl="4" marL="22860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5pPr>
            <a:lvl6pPr indent="-304800" lvl="5" marL="27432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6pPr>
            <a:lvl7pPr indent="-304800" lvl="6" marL="32004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7pPr>
            <a:lvl8pPr indent="-304800" lvl="7" marL="36576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8pPr>
            <a:lvl9pPr indent="-304800" lvl="8" marL="41148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9pPr>
          </a:lstStyle>
          <a:p/>
        </p:txBody>
      </p:sp>
      <p:sp>
        <p:nvSpPr>
          <p:cNvPr id="161" name="Google Shape;161;p19"/>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page 1">
  <p:cSld name="Chapter page 1">
    <p:spTree>
      <p:nvGrpSpPr>
        <p:cNvPr id="162" name="Shape 162"/>
        <p:cNvGrpSpPr/>
        <p:nvPr/>
      </p:nvGrpSpPr>
      <p:grpSpPr>
        <a:xfrm>
          <a:off x="0" y="0"/>
          <a:ext cx="0" cy="0"/>
          <a:chOff x="0" y="0"/>
          <a:chExt cx="0" cy="0"/>
        </a:xfrm>
      </p:grpSpPr>
      <p:sp>
        <p:nvSpPr>
          <p:cNvPr id="163" name="Google Shape;163;p20"/>
          <p:cNvSpPr/>
          <p:nvPr/>
        </p:nvSpPr>
        <p:spPr>
          <a:xfrm>
            <a:off x="0" y="0"/>
            <a:ext cx="9144000" cy="4443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pic>
        <p:nvPicPr>
          <p:cNvPr descr="chapitre1.png" id="164" name="Google Shape;164;p20"/>
          <p:cNvPicPr preferRelativeResize="0"/>
          <p:nvPr/>
        </p:nvPicPr>
        <p:blipFill rotWithShape="1">
          <a:blip r:embed="rId2">
            <a:alphaModFix/>
          </a:blip>
          <a:srcRect b="0" l="239" r="0" t="418"/>
          <a:stretch/>
        </p:blipFill>
        <p:spPr>
          <a:xfrm>
            <a:off x="0" y="0"/>
            <a:ext cx="9151500" cy="4515900"/>
          </a:xfrm>
          <a:prstGeom prst="rect">
            <a:avLst/>
          </a:prstGeom>
          <a:noFill/>
          <a:ln>
            <a:noFill/>
          </a:ln>
        </p:spPr>
      </p:pic>
      <p:sp>
        <p:nvSpPr>
          <p:cNvPr id="165" name="Google Shape;165;p20"/>
          <p:cNvSpPr txBox="1"/>
          <p:nvPr>
            <p:ph type="title"/>
          </p:nvPr>
        </p:nvSpPr>
        <p:spPr>
          <a:xfrm>
            <a:off x="2625500" y="485720"/>
            <a:ext cx="1876500" cy="12387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9000" u="none" cap="none" strike="noStrike">
                <a:solidFill>
                  <a:schemeClr val="lt1"/>
                </a:solidFill>
                <a:latin typeface="Roboto"/>
                <a:ea typeface="Roboto"/>
                <a:cs typeface="Roboto"/>
                <a:sym typeface="Roboto"/>
              </a:defRPr>
            </a:lvl1pPr>
            <a:lvl2pPr indent="0" lvl="1" rtl="0">
              <a:spcBef>
                <a:spcPts val="0"/>
              </a:spcBef>
              <a:spcAft>
                <a:spcPts val="0"/>
              </a:spcAft>
              <a:buSzPts val="1400"/>
              <a:buFont typeface="Arial"/>
              <a:buNone/>
              <a:defRPr sz="1200"/>
            </a:lvl2pPr>
            <a:lvl3pPr indent="0" lvl="2" rtl="0">
              <a:spcBef>
                <a:spcPts val="0"/>
              </a:spcBef>
              <a:spcAft>
                <a:spcPts val="0"/>
              </a:spcAft>
              <a:buSzPts val="1400"/>
              <a:buFont typeface="Arial"/>
              <a:buNone/>
              <a:defRPr sz="1200"/>
            </a:lvl3pPr>
            <a:lvl4pPr indent="0" lvl="3" rtl="0">
              <a:spcBef>
                <a:spcPts val="0"/>
              </a:spcBef>
              <a:spcAft>
                <a:spcPts val="0"/>
              </a:spcAft>
              <a:buSzPts val="1400"/>
              <a:buFont typeface="Arial"/>
              <a:buNone/>
              <a:defRPr sz="1200"/>
            </a:lvl4pPr>
            <a:lvl5pPr indent="0" lvl="4" rtl="0">
              <a:spcBef>
                <a:spcPts val="0"/>
              </a:spcBef>
              <a:spcAft>
                <a:spcPts val="0"/>
              </a:spcAft>
              <a:buSzPts val="1400"/>
              <a:buFont typeface="Arial"/>
              <a:buNone/>
              <a:defRPr sz="1200"/>
            </a:lvl5pPr>
            <a:lvl6pPr indent="0" lvl="5" rtl="0">
              <a:spcBef>
                <a:spcPts val="0"/>
              </a:spcBef>
              <a:spcAft>
                <a:spcPts val="0"/>
              </a:spcAft>
              <a:buSzPts val="1400"/>
              <a:buFont typeface="Arial"/>
              <a:buNone/>
              <a:defRPr sz="1200"/>
            </a:lvl6pPr>
            <a:lvl7pPr indent="0" lvl="6" rtl="0">
              <a:spcBef>
                <a:spcPts val="0"/>
              </a:spcBef>
              <a:spcAft>
                <a:spcPts val="0"/>
              </a:spcAft>
              <a:buSzPts val="1400"/>
              <a:buFont typeface="Arial"/>
              <a:buNone/>
              <a:defRPr sz="1200"/>
            </a:lvl7pPr>
            <a:lvl8pPr indent="0" lvl="7" rtl="0">
              <a:spcBef>
                <a:spcPts val="0"/>
              </a:spcBef>
              <a:spcAft>
                <a:spcPts val="0"/>
              </a:spcAft>
              <a:buSzPts val="1400"/>
              <a:buFont typeface="Arial"/>
              <a:buNone/>
              <a:defRPr sz="1200"/>
            </a:lvl8pPr>
            <a:lvl9pPr indent="0" lvl="8" rtl="0">
              <a:spcBef>
                <a:spcPts val="0"/>
              </a:spcBef>
              <a:spcAft>
                <a:spcPts val="0"/>
              </a:spcAft>
              <a:buSzPts val="1400"/>
              <a:buFont typeface="Arial"/>
              <a:buNone/>
              <a:defRPr sz="1200"/>
            </a:lvl9pPr>
          </a:lstStyle>
          <a:p/>
        </p:txBody>
      </p:sp>
      <p:sp>
        <p:nvSpPr>
          <p:cNvPr id="166" name="Google Shape;166;p20"/>
          <p:cNvSpPr txBox="1"/>
          <p:nvPr>
            <p:ph idx="1" type="subTitle"/>
          </p:nvPr>
        </p:nvSpPr>
        <p:spPr>
          <a:xfrm>
            <a:off x="2568350" y="1495820"/>
            <a:ext cx="3024300" cy="19443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2600" u="none" cap="none" strike="noStrike">
                <a:solidFill>
                  <a:schemeClr val="lt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167" name="Google Shape;167;p20"/>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page 2">
  <p:cSld name="Chapter page 2">
    <p:spTree>
      <p:nvGrpSpPr>
        <p:cNvPr id="168" name="Shape 168"/>
        <p:cNvGrpSpPr/>
        <p:nvPr/>
      </p:nvGrpSpPr>
      <p:grpSpPr>
        <a:xfrm>
          <a:off x="0" y="0"/>
          <a:ext cx="0" cy="0"/>
          <a:chOff x="0" y="0"/>
          <a:chExt cx="0" cy="0"/>
        </a:xfrm>
      </p:grpSpPr>
      <p:sp>
        <p:nvSpPr>
          <p:cNvPr id="169" name="Google Shape;169;p21"/>
          <p:cNvSpPr/>
          <p:nvPr/>
        </p:nvSpPr>
        <p:spPr>
          <a:xfrm>
            <a:off x="0" y="0"/>
            <a:ext cx="9144000" cy="4443900"/>
          </a:xfrm>
          <a:prstGeom prst="rect">
            <a:avLst/>
          </a:prstGeom>
          <a:solidFill>
            <a:srgbClr val="55C2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pic>
        <p:nvPicPr>
          <p:cNvPr descr="chapitre1.png" id="170" name="Google Shape;170;p21"/>
          <p:cNvPicPr preferRelativeResize="0"/>
          <p:nvPr/>
        </p:nvPicPr>
        <p:blipFill rotWithShape="1">
          <a:blip r:embed="rId2">
            <a:alphaModFix/>
          </a:blip>
          <a:srcRect b="0" l="239" r="0" t="418"/>
          <a:stretch/>
        </p:blipFill>
        <p:spPr>
          <a:xfrm>
            <a:off x="0" y="0"/>
            <a:ext cx="9151500" cy="4515900"/>
          </a:xfrm>
          <a:prstGeom prst="rect">
            <a:avLst/>
          </a:prstGeom>
          <a:noFill/>
          <a:ln>
            <a:noFill/>
          </a:ln>
        </p:spPr>
      </p:pic>
      <p:sp>
        <p:nvSpPr>
          <p:cNvPr id="171" name="Google Shape;171;p21"/>
          <p:cNvSpPr txBox="1"/>
          <p:nvPr>
            <p:ph type="title"/>
          </p:nvPr>
        </p:nvSpPr>
        <p:spPr>
          <a:xfrm>
            <a:off x="2625500" y="485720"/>
            <a:ext cx="1876500" cy="12387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9000" u="none" cap="none" strike="noStrike">
                <a:solidFill>
                  <a:schemeClr val="lt1"/>
                </a:solidFill>
                <a:latin typeface="Roboto"/>
                <a:ea typeface="Roboto"/>
                <a:cs typeface="Roboto"/>
                <a:sym typeface="Roboto"/>
              </a:defRPr>
            </a:lvl1pPr>
            <a:lvl2pPr indent="0" lvl="1" rtl="0">
              <a:spcBef>
                <a:spcPts val="0"/>
              </a:spcBef>
              <a:spcAft>
                <a:spcPts val="0"/>
              </a:spcAft>
              <a:buSzPts val="1400"/>
              <a:buFont typeface="Arial"/>
              <a:buNone/>
              <a:defRPr sz="1200"/>
            </a:lvl2pPr>
            <a:lvl3pPr indent="0" lvl="2" rtl="0">
              <a:spcBef>
                <a:spcPts val="0"/>
              </a:spcBef>
              <a:spcAft>
                <a:spcPts val="0"/>
              </a:spcAft>
              <a:buSzPts val="1400"/>
              <a:buFont typeface="Arial"/>
              <a:buNone/>
              <a:defRPr sz="1200"/>
            </a:lvl3pPr>
            <a:lvl4pPr indent="0" lvl="3" rtl="0">
              <a:spcBef>
                <a:spcPts val="0"/>
              </a:spcBef>
              <a:spcAft>
                <a:spcPts val="0"/>
              </a:spcAft>
              <a:buSzPts val="1400"/>
              <a:buFont typeface="Arial"/>
              <a:buNone/>
              <a:defRPr sz="1200"/>
            </a:lvl4pPr>
            <a:lvl5pPr indent="0" lvl="4" rtl="0">
              <a:spcBef>
                <a:spcPts val="0"/>
              </a:spcBef>
              <a:spcAft>
                <a:spcPts val="0"/>
              </a:spcAft>
              <a:buSzPts val="1400"/>
              <a:buFont typeface="Arial"/>
              <a:buNone/>
              <a:defRPr sz="1200"/>
            </a:lvl5pPr>
            <a:lvl6pPr indent="0" lvl="5" rtl="0">
              <a:spcBef>
                <a:spcPts val="0"/>
              </a:spcBef>
              <a:spcAft>
                <a:spcPts val="0"/>
              </a:spcAft>
              <a:buSzPts val="1400"/>
              <a:buFont typeface="Arial"/>
              <a:buNone/>
              <a:defRPr sz="1200"/>
            </a:lvl6pPr>
            <a:lvl7pPr indent="0" lvl="6" rtl="0">
              <a:spcBef>
                <a:spcPts val="0"/>
              </a:spcBef>
              <a:spcAft>
                <a:spcPts val="0"/>
              </a:spcAft>
              <a:buSzPts val="1400"/>
              <a:buFont typeface="Arial"/>
              <a:buNone/>
              <a:defRPr sz="1200"/>
            </a:lvl7pPr>
            <a:lvl8pPr indent="0" lvl="7" rtl="0">
              <a:spcBef>
                <a:spcPts val="0"/>
              </a:spcBef>
              <a:spcAft>
                <a:spcPts val="0"/>
              </a:spcAft>
              <a:buSzPts val="1400"/>
              <a:buFont typeface="Arial"/>
              <a:buNone/>
              <a:defRPr sz="1200"/>
            </a:lvl8pPr>
            <a:lvl9pPr indent="0" lvl="8" rtl="0">
              <a:spcBef>
                <a:spcPts val="0"/>
              </a:spcBef>
              <a:spcAft>
                <a:spcPts val="0"/>
              </a:spcAft>
              <a:buSzPts val="1400"/>
              <a:buFont typeface="Arial"/>
              <a:buNone/>
              <a:defRPr sz="1200"/>
            </a:lvl9pPr>
          </a:lstStyle>
          <a:p/>
        </p:txBody>
      </p:sp>
      <p:sp>
        <p:nvSpPr>
          <p:cNvPr id="172" name="Google Shape;172;p21"/>
          <p:cNvSpPr txBox="1"/>
          <p:nvPr>
            <p:ph idx="1" type="subTitle"/>
          </p:nvPr>
        </p:nvSpPr>
        <p:spPr>
          <a:xfrm>
            <a:off x="2568350" y="1495820"/>
            <a:ext cx="3024300" cy="19443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2600" u="none" cap="none" strike="noStrike">
                <a:solidFill>
                  <a:schemeClr val="lt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173" name="Google Shape;173;p21"/>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page 3">
  <p:cSld name="Chapter page 3">
    <p:spTree>
      <p:nvGrpSpPr>
        <p:cNvPr id="174" name="Shape 174"/>
        <p:cNvGrpSpPr/>
        <p:nvPr/>
      </p:nvGrpSpPr>
      <p:grpSpPr>
        <a:xfrm>
          <a:off x="0" y="0"/>
          <a:ext cx="0" cy="0"/>
          <a:chOff x="0" y="0"/>
          <a:chExt cx="0" cy="0"/>
        </a:xfrm>
      </p:grpSpPr>
      <p:sp>
        <p:nvSpPr>
          <p:cNvPr id="175" name="Google Shape;175;p22"/>
          <p:cNvSpPr/>
          <p:nvPr/>
        </p:nvSpPr>
        <p:spPr>
          <a:xfrm>
            <a:off x="0" y="0"/>
            <a:ext cx="9144000" cy="4443900"/>
          </a:xfrm>
          <a:prstGeom prst="rect">
            <a:avLst/>
          </a:prstGeom>
          <a:solidFill>
            <a:srgbClr val="183B6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pic>
        <p:nvPicPr>
          <p:cNvPr descr="chapitre1.png" id="176" name="Google Shape;176;p22"/>
          <p:cNvPicPr preferRelativeResize="0"/>
          <p:nvPr/>
        </p:nvPicPr>
        <p:blipFill rotWithShape="1">
          <a:blip r:embed="rId2">
            <a:alphaModFix/>
          </a:blip>
          <a:srcRect b="0" l="239" r="0" t="418"/>
          <a:stretch/>
        </p:blipFill>
        <p:spPr>
          <a:xfrm>
            <a:off x="0" y="0"/>
            <a:ext cx="9151500" cy="4515900"/>
          </a:xfrm>
          <a:prstGeom prst="rect">
            <a:avLst/>
          </a:prstGeom>
          <a:noFill/>
          <a:ln>
            <a:noFill/>
          </a:ln>
        </p:spPr>
      </p:pic>
      <p:sp>
        <p:nvSpPr>
          <p:cNvPr id="177" name="Google Shape;177;p22"/>
          <p:cNvSpPr txBox="1"/>
          <p:nvPr>
            <p:ph type="title"/>
          </p:nvPr>
        </p:nvSpPr>
        <p:spPr>
          <a:xfrm>
            <a:off x="2625500" y="485720"/>
            <a:ext cx="1876500" cy="12387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9000" u="none" cap="none" strike="noStrike">
                <a:solidFill>
                  <a:schemeClr val="lt1"/>
                </a:solidFill>
                <a:latin typeface="Roboto"/>
                <a:ea typeface="Roboto"/>
                <a:cs typeface="Roboto"/>
                <a:sym typeface="Roboto"/>
              </a:defRPr>
            </a:lvl1pPr>
            <a:lvl2pPr indent="0" lvl="1" rtl="0">
              <a:spcBef>
                <a:spcPts val="0"/>
              </a:spcBef>
              <a:spcAft>
                <a:spcPts val="0"/>
              </a:spcAft>
              <a:buSzPts val="1400"/>
              <a:buFont typeface="Arial"/>
              <a:buNone/>
              <a:defRPr sz="1200"/>
            </a:lvl2pPr>
            <a:lvl3pPr indent="0" lvl="2" rtl="0">
              <a:spcBef>
                <a:spcPts val="0"/>
              </a:spcBef>
              <a:spcAft>
                <a:spcPts val="0"/>
              </a:spcAft>
              <a:buSzPts val="1400"/>
              <a:buFont typeface="Arial"/>
              <a:buNone/>
              <a:defRPr sz="1200"/>
            </a:lvl3pPr>
            <a:lvl4pPr indent="0" lvl="3" rtl="0">
              <a:spcBef>
                <a:spcPts val="0"/>
              </a:spcBef>
              <a:spcAft>
                <a:spcPts val="0"/>
              </a:spcAft>
              <a:buSzPts val="1400"/>
              <a:buFont typeface="Arial"/>
              <a:buNone/>
              <a:defRPr sz="1200"/>
            </a:lvl4pPr>
            <a:lvl5pPr indent="0" lvl="4" rtl="0">
              <a:spcBef>
                <a:spcPts val="0"/>
              </a:spcBef>
              <a:spcAft>
                <a:spcPts val="0"/>
              </a:spcAft>
              <a:buSzPts val="1400"/>
              <a:buFont typeface="Arial"/>
              <a:buNone/>
              <a:defRPr sz="1200"/>
            </a:lvl5pPr>
            <a:lvl6pPr indent="0" lvl="5" rtl="0">
              <a:spcBef>
                <a:spcPts val="0"/>
              </a:spcBef>
              <a:spcAft>
                <a:spcPts val="0"/>
              </a:spcAft>
              <a:buSzPts val="1400"/>
              <a:buFont typeface="Arial"/>
              <a:buNone/>
              <a:defRPr sz="1200"/>
            </a:lvl6pPr>
            <a:lvl7pPr indent="0" lvl="6" rtl="0">
              <a:spcBef>
                <a:spcPts val="0"/>
              </a:spcBef>
              <a:spcAft>
                <a:spcPts val="0"/>
              </a:spcAft>
              <a:buSzPts val="1400"/>
              <a:buFont typeface="Arial"/>
              <a:buNone/>
              <a:defRPr sz="1200"/>
            </a:lvl7pPr>
            <a:lvl8pPr indent="0" lvl="7" rtl="0">
              <a:spcBef>
                <a:spcPts val="0"/>
              </a:spcBef>
              <a:spcAft>
                <a:spcPts val="0"/>
              </a:spcAft>
              <a:buSzPts val="1400"/>
              <a:buFont typeface="Arial"/>
              <a:buNone/>
              <a:defRPr sz="1200"/>
            </a:lvl8pPr>
            <a:lvl9pPr indent="0" lvl="8" rtl="0">
              <a:spcBef>
                <a:spcPts val="0"/>
              </a:spcBef>
              <a:spcAft>
                <a:spcPts val="0"/>
              </a:spcAft>
              <a:buSzPts val="1400"/>
              <a:buFont typeface="Arial"/>
              <a:buNone/>
              <a:defRPr sz="1200"/>
            </a:lvl9pPr>
          </a:lstStyle>
          <a:p/>
        </p:txBody>
      </p:sp>
      <p:sp>
        <p:nvSpPr>
          <p:cNvPr id="178" name="Google Shape;178;p22"/>
          <p:cNvSpPr txBox="1"/>
          <p:nvPr>
            <p:ph idx="1" type="subTitle"/>
          </p:nvPr>
        </p:nvSpPr>
        <p:spPr>
          <a:xfrm>
            <a:off x="2568350" y="1495820"/>
            <a:ext cx="3024300" cy="19443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Roboto"/>
              <a:buNone/>
              <a:defRPr b="0" i="0" sz="2600" u="none" cap="none" strike="noStrike">
                <a:solidFill>
                  <a:schemeClr val="lt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179" name="Google Shape;179;p22"/>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mp; picture 1">
  <p:cSld name="Text &amp; picture 1">
    <p:spTree>
      <p:nvGrpSpPr>
        <p:cNvPr id="180" name="Shape 180"/>
        <p:cNvGrpSpPr/>
        <p:nvPr/>
      </p:nvGrpSpPr>
      <p:grpSpPr>
        <a:xfrm>
          <a:off x="0" y="0"/>
          <a:ext cx="0" cy="0"/>
          <a:chOff x="0" y="0"/>
          <a:chExt cx="0" cy="0"/>
        </a:xfrm>
      </p:grpSpPr>
      <p:sp>
        <p:nvSpPr>
          <p:cNvPr id="181" name="Google Shape;181;p23"/>
          <p:cNvSpPr/>
          <p:nvPr/>
        </p:nvSpPr>
        <p:spPr>
          <a:xfrm>
            <a:off x="5753475" y="2"/>
            <a:ext cx="3405600" cy="4337100"/>
          </a:xfrm>
          <a:prstGeom prst="rect">
            <a:avLst/>
          </a:prstGeom>
          <a:solidFill>
            <a:srgbClr val="D3D5D5"/>
          </a:solidFill>
          <a:ln>
            <a:noFill/>
          </a:ln>
        </p:spPr>
        <p:txBody>
          <a:bodyPr anchorCtr="0" anchor="t"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3"/>
          <p:cNvSpPr txBox="1"/>
          <p:nvPr/>
        </p:nvSpPr>
        <p:spPr>
          <a:xfrm>
            <a:off x="6482187" y="1296991"/>
            <a:ext cx="1948200" cy="1068600"/>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ctr">
              <a:lnSpc>
                <a:spcPct val="207360"/>
              </a:lnSpc>
              <a:spcBef>
                <a:spcPts val="0"/>
              </a:spcBef>
              <a:spcAft>
                <a:spcPts val="0"/>
              </a:spcAft>
              <a:buClr>
                <a:srgbClr val="55555A"/>
              </a:buClr>
              <a:buFont typeface="Arial"/>
              <a:buNone/>
            </a:pPr>
            <a:r>
              <a:rPr b="0" i="0" lang="en-GB" sz="1200" u="none" cap="none" strike="noStrike">
                <a:solidFill>
                  <a:srgbClr val="55555A"/>
                </a:solidFill>
                <a:latin typeface="Arial"/>
                <a:ea typeface="Arial"/>
                <a:cs typeface="Arial"/>
                <a:sym typeface="Arial"/>
              </a:rPr>
              <a:t>The picture to be inserted must be sized to fit the grey area</a:t>
            </a:r>
            <a:endParaRPr/>
          </a:p>
        </p:txBody>
      </p:sp>
      <p:sp>
        <p:nvSpPr>
          <p:cNvPr id="183" name="Google Shape;183;p23"/>
          <p:cNvSpPr txBox="1"/>
          <p:nvPr>
            <p:ph type="title"/>
          </p:nvPr>
        </p:nvSpPr>
        <p:spPr>
          <a:xfrm>
            <a:off x="620066" y="79343"/>
            <a:ext cx="47004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75FA4"/>
              </a:buClr>
              <a:buSzPts val="1400"/>
              <a:buFont typeface="Roboto"/>
              <a:buNone/>
              <a:defRPr b="0" i="0" sz="2500" u="none" cap="none" strike="noStrike">
                <a:solidFill>
                  <a:srgbClr val="375FA4"/>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184" name="Google Shape;184;p23"/>
          <p:cNvSpPr txBox="1"/>
          <p:nvPr>
            <p:ph idx="1" type="body"/>
          </p:nvPr>
        </p:nvSpPr>
        <p:spPr>
          <a:xfrm>
            <a:off x="495650" y="1102875"/>
            <a:ext cx="5171700" cy="3081900"/>
          </a:xfrm>
          <a:prstGeom prst="rect">
            <a:avLst/>
          </a:prstGeom>
          <a:noFill/>
          <a:ln>
            <a:noFill/>
          </a:ln>
        </p:spPr>
        <p:txBody>
          <a:bodyPr anchorCtr="0" anchor="t" bIns="91425" lIns="91425" spcFirstLastPara="1" rIns="91425" wrap="square" tIns="91425">
            <a:noAutofit/>
          </a:bodyPr>
          <a:lstStyle>
            <a:lvl1pPr indent="-285750" lvl="0" marL="457200" marR="0" rtl="0" algn="l">
              <a:lnSpc>
                <a:spcPct val="100000"/>
              </a:lnSpc>
              <a:spcBef>
                <a:spcPts val="300"/>
              </a:spcBef>
              <a:spcAft>
                <a:spcPts val="0"/>
              </a:spcAft>
              <a:buClr>
                <a:schemeClr val="dk2"/>
              </a:buClr>
              <a:buSzPts val="900"/>
              <a:buFont typeface="Roboto"/>
              <a:buChar char="●"/>
              <a:defRPr b="1" i="0" sz="1500" u="none" cap="none" strike="noStrike">
                <a:solidFill>
                  <a:schemeClr val="dk1"/>
                </a:solidFill>
                <a:latin typeface="Roboto"/>
                <a:ea typeface="Roboto"/>
                <a:cs typeface="Roboto"/>
                <a:sym typeface="Roboto"/>
              </a:defRPr>
            </a:lvl1pPr>
            <a:lvl2pPr indent="-311150" lvl="1" marL="914400" marR="0" rtl="0" algn="l">
              <a:lnSpc>
                <a:spcPct val="100000"/>
              </a:lnSpc>
              <a:spcBef>
                <a:spcPts val="300"/>
              </a:spcBef>
              <a:spcAft>
                <a:spcPts val="0"/>
              </a:spcAft>
              <a:buClr>
                <a:srgbClr val="6F6F6E"/>
              </a:buClr>
              <a:buSzPts val="1300"/>
              <a:buFont typeface="Roboto"/>
              <a:buChar char="–"/>
              <a:defRPr b="0" i="0" sz="1300" u="none" cap="none" strike="noStrike">
                <a:solidFill>
                  <a:srgbClr val="6F6F6E"/>
                </a:solidFill>
                <a:latin typeface="Roboto"/>
                <a:ea typeface="Roboto"/>
                <a:cs typeface="Roboto"/>
                <a:sym typeface="Roboto"/>
              </a:defRPr>
            </a:lvl2pPr>
            <a:lvl3pPr indent="-304800" lvl="2" marL="1371600" marR="0" rtl="0" algn="l">
              <a:lnSpc>
                <a:spcPct val="100000"/>
              </a:lnSpc>
              <a:spcBef>
                <a:spcPts val="300"/>
              </a:spcBef>
              <a:spcAft>
                <a:spcPts val="0"/>
              </a:spcAft>
              <a:buClr>
                <a:srgbClr val="6F6F6E"/>
              </a:buClr>
              <a:buSzPts val="1200"/>
              <a:buFont typeface="Roboto"/>
              <a:buChar char="–"/>
              <a:defRPr b="0" i="0" sz="1200" u="none" cap="none" strike="noStrike">
                <a:solidFill>
                  <a:srgbClr val="6F6F6E"/>
                </a:solidFill>
                <a:latin typeface="Roboto"/>
                <a:ea typeface="Roboto"/>
                <a:cs typeface="Roboto"/>
                <a:sym typeface="Roboto"/>
              </a:defRPr>
            </a:lvl3pPr>
            <a:lvl4pPr indent="-304800" lvl="3" marL="1828800" marR="0" rtl="0" algn="l">
              <a:lnSpc>
                <a:spcPct val="100000"/>
              </a:lnSpc>
              <a:spcBef>
                <a:spcPts val="200"/>
              </a:spcBef>
              <a:spcAft>
                <a:spcPts val="0"/>
              </a:spcAft>
              <a:buClr>
                <a:schemeClr val="dk2"/>
              </a:buClr>
              <a:buSzPts val="1200"/>
              <a:buFont typeface="Roboto"/>
              <a:buChar char="–"/>
              <a:defRPr b="0" i="0" sz="1200" u="none" cap="none" strike="noStrike">
                <a:solidFill>
                  <a:srgbClr val="6F6F6E"/>
                </a:solidFill>
                <a:latin typeface="Roboto"/>
                <a:ea typeface="Roboto"/>
                <a:cs typeface="Roboto"/>
                <a:sym typeface="Roboto"/>
              </a:defRPr>
            </a:lvl4pPr>
            <a:lvl5pPr indent="-304800" lvl="4" marL="2286000" marR="0" rtl="0" algn="l">
              <a:lnSpc>
                <a:spcPct val="100000"/>
              </a:lnSpc>
              <a:spcBef>
                <a:spcPts val="200"/>
              </a:spcBef>
              <a:spcAft>
                <a:spcPts val="0"/>
              </a:spcAft>
              <a:buClr>
                <a:schemeClr val="dk2"/>
              </a:buClr>
              <a:buSzPts val="1200"/>
              <a:buFont typeface="Roboto"/>
              <a:buChar char="–"/>
              <a:defRPr b="0" i="0" sz="1200" u="none" cap="none" strike="noStrike">
                <a:solidFill>
                  <a:srgbClr val="6F6F6E"/>
                </a:solidFill>
                <a:latin typeface="Roboto"/>
                <a:ea typeface="Roboto"/>
                <a:cs typeface="Roboto"/>
                <a:sym typeface="Roboto"/>
              </a:defRPr>
            </a:lvl5pPr>
            <a:lvl6pPr indent="-304800" lvl="5" marL="27432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6pPr>
            <a:lvl7pPr indent="-304800" lvl="6" marL="32004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7pPr>
            <a:lvl8pPr indent="-304800" lvl="7" marL="36576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8pPr>
            <a:lvl9pPr indent="-304800" lvl="8" marL="41148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9pPr>
          </a:lstStyle>
          <a:p/>
        </p:txBody>
      </p:sp>
      <p:sp>
        <p:nvSpPr>
          <p:cNvPr id="185" name="Google Shape;185;p23"/>
          <p:cNvSpPr/>
          <p:nvPr/>
        </p:nvSpPr>
        <p:spPr>
          <a:xfrm>
            <a:off x="716479" y="1015125"/>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86" name="Google Shape;186;p23"/>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mp; picture 2 ">
  <p:cSld name="Text &amp; picture 2 ">
    <p:spTree>
      <p:nvGrpSpPr>
        <p:cNvPr id="187" name="Shape 187"/>
        <p:cNvGrpSpPr/>
        <p:nvPr/>
      </p:nvGrpSpPr>
      <p:grpSpPr>
        <a:xfrm>
          <a:off x="0" y="0"/>
          <a:ext cx="0" cy="0"/>
          <a:chOff x="0" y="0"/>
          <a:chExt cx="0" cy="0"/>
        </a:xfrm>
      </p:grpSpPr>
      <p:sp>
        <p:nvSpPr>
          <p:cNvPr id="188" name="Google Shape;188;p24"/>
          <p:cNvSpPr/>
          <p:nvPr/>
        </p:nvSpPr>
        <p:spPr>
          <a:xfrm>
            <a:off x="-8112" y="2"/>
            <a:ext cx="3405600" cy="4337100"/>
          </a:xfrm>
          <a:prstGeom prst="rect">
            <a:avLst/>
          </a:prstGeom>
          <a:solidFill>
            <a:srgbClr val="D3D5D5"/>
          </a:solidFill>
          <a:ln>
            <a:noFill/>
          </a:ln>
        </p:spPr>
        <p:txBody>
          <a:bodyPr anchorCtr="0" anchor="t"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24"/>
          <p:cNvSpPr txBox="1"/>
          <p:nvPr/>
        </p:nvSpPr>
        <p:spPr>
          <a:xfrm>
            <a:off x="720597" y="1296991"/>
            <a:ext cx="1948200" cy="1068600"/>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ctr">
              <a:lnSpc>
                <a:spcPct val="207360"/>
              </a:lnSpc>
              <a:spcBef>
                <a:spcPts val="0"/>
              </a:spcBef>
              <a:spcAft>
                <a:spcPts val="0"/>
              </a:spcAft>
              <a:buClr>
                <a:srgbClr val="55555A"/>
              </a:buClr>
              <a:buFont typeface="Arial"/>
              <a:buNone/>
            </a:pPr>
            <a:r>
              <a:rPr b="0" i="0" lang="en-GB" sz="1200" u="none" cap="none" strike="noStrike">
                <a:solidFill>
                  <a:srgbClr val="55555A"/>
                </a:solidFill>
                <a:latin typeface="Arial"/>
                <a:ea typeface="Arial"/>
                <a:cs typeface="Arial"/>
                <a:sym typeface="Arial"/>
              </a:rPr>
              <a:t>The picture to be inserted must be sized to fit the grey area</a:t>
            </a:r>
            <a:endParaRPr/>
          </a:p>
        </p:txBody>
      </p:sp>
      <p:sp>
        <p:nvSpPr>
          <p:cNvPr id="190" name="Google Shape;190;p24"/>
          <p:cNvSpPr txBox="1"/>
          <p:nvPr>
            <p:ph type="title"/>
          </p:nvPr>
        </p:nvSpPr>
        <p:spPr>
          <a:xfrm>
            <a:off x="3649448" y="79343"/>
            <a:ext cx="44385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75FA4"/>
              </a:buClr>
              <a:buSzPts val="1400"/>
              <a:buFont typeface="Roboto"/>
              <a:buNone/>
              <a:defRPr b="0" i="0" sz="2500" u="none" cap="none" strike="noStrike">
                <a:solidFill>
                  <a:srgbClr val="375FA4"/>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191" name="Google Shape;191;p24"/>
          <p:cNvSpPr/>
          <p:nvPr/>
        </p:nvSpPr>
        <p:spPr>
          <a:xfrm>
            <a:off x="3764478" y="1015125"/>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192" name="Google Shape;192;p24"/>
          <p:cNvSpPr txBox="1"/>
          <p:nvPr>
            <p:ph idx="1" type="body"/>
          </p:nvPr>
        </p:nvSpPr>
        <p:spPr>
          <a:xfrm>
            <a:off x="3649450" y="1178400"/>
            <a:ext cx="5208600" cy="31587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Roboto"/>
              <a:buNone/>
              <a:defRPr b="1" i="0" sz="1500" u="none" cap="none" strike="noStrike">
                <a:solidFill>
                  <a:schemeClr val="dk1"/>
                </a:solidFill>
                <a:latin typeface="Roboto"/>
                <a:ea typeface="Roboto"/>
                <a:cs typeface="Roboto"/>
                <a:sym typeface="Roboto"/>
              </a:defRPr>
            </a:lvl1pPr>
            <a:lvl2pPr indent="-311150" lvl="1" marL="914400" marR="0" rtl="0" algn="l">
              <a:lnSpc>
                <a:spcPct val="100000"/>
              </a:lnSpc>
              <a:spcBef>
                <a:spcPts val="0"/>
              </a:spcBef>
              <a:spcAft>
                <a:spcPts val="0"/>
              </a:spcAft>
              <a:buClr>
                <a:schemeClr val="accent2"/>
              </a:buClr>
              <a:buSzPts val="1300"/>
              <a:buFont typeface="Roboto"/>
              <a:buChar char="–"/>
              <a:defRPr b="0" i="0" sz="1300" u="none" cap="none" strike="noStrike">
                <a:solidFill>
                  <a:schemeClr val="accent2"/>
                </a:solidFill>
                <a:latin typeface="Roboto"/>
                <a:ea typeface="Roboto"/>
                <a:cs typeface="Roboto"/>
                <a:sym typeface="Roboto"/>
              </a:defRPr>
            </a:lvl2pPr>
            <a:lvl3pPr indent="-304800" lvl="2" marL="13716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3pPr>
            <a:lvl4pPr indent="-304800" lvl="3" marL="18288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4pPr>
            <a:lvl5pPr indent="-304800" lvl="4" marL="22860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5pPr>
            <a:lvl6pPr indent="-304800" lvl="5" marL="27432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6pPr>
            <a:lvl7pPr indent="-304800" lvl="6" marL="32004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7pPr>
            <a:lvl8pPr indent="-304800" lvl="7" marL="36576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8pPr>
            <a:lvl9pPr indent="-304800" lvl="8" marL="4114800" marR="0" rtl="0" algn="l">
              <a:lnSpc>
                <a:spcPct val="100000"/>
              </a:lnSpc>
              <a:spcBef>
                <a:spcPts val="0"/>
              </a:spcBef>
              <a:spcAft>
                <a:spcPts val="0"/>
              </a:spcAft>
              <a:buClr>
                <a:schemeClr val="accent2"/>
              </a:buClr>
              <a:buSzPts val="1200"/>
              <a:buFont typeface="Roboto"/>
              <a:buChar char="–"/>
              <a:defRPr b="0" i="0" sz="1200" u="none" cap="none" strike="noStrike">
                <a:solidFill>
                  <a:schemeClr val="accent2"/>
                </a:solidFill>
                <a:latin typeface="Roboto"/>
                <a:ea typeface="Roboto"/>
                <a:cs typeface="Roboto"/>
                <a:sym typeface="Roboto"/>
              </a:defRPr>
            </a:lvl9pPr>
          </a:lstStyle>
          <a:p/>
        </p:txBody>
      </p:sp>
      <p:sp>
        <p:nvSpPr>
          <p:cNvPr id="193" name="Google Shape;193;p24"/>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amp; picture 3">
  <p:cSld name="1_Text &amp; picture 3">
    <p:spTree>
      <p:nvGrpSpPr>
        <p:cNvPr id="194" name="Shape 194"/>
        <p:cNvGrpSpPr/>
        <p:nvPr/>
      </p:nvGrpSpPr>
      <p:grpSpPr>
        <a:xfrm>
          <a:off x="0" y="0"/>
          <a:ext cx="0" cy="0"/>
          <a:chOff x="0" y="0"/>
          <a:chExt cx="0" cy="0"/>
        </a:xfrm>
      </p:grpSpPr>
      <p:sp>
        <p:nvSpPr>
          <p:cNvPr id="195" name="Google Shape;195;p25"/>
          <p:cNvSpPr txBox="1"/>
          <p:nvPr>
            <p:ph idx="1" type="subTitle"/>
          </p:nvPr>
        </p:nvSpPr>
        <p:spPr>
          <a:xfrm>
            <a:off x="604408" y="1095170"/>
            <a:ext cx="7618200" cy="3936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1" i="0" sz="1500" u="none" cap="none" strike="noStrike">
                <a:solidFill>
                  <a:schemeClr val="dk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196" name="Google Shape;196;p25"/>
          <p:cNvSpPr txBox="1"/>
          <p:nvPr>
            <p:ph idx="2" type="body"/>
          </p:nvPr>
        </p:nvSpPr>
        <p:spPr>
          <a:xfrm>
            <a:off x="611560" y="3905953"/>
            <a:ext cx="2703300" cy="5373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accent2"/>
              </a:buClr>
              <a:buSzPts val="1400"/>
              <a:buFont typeface="Roboto"/>
              <a:buNone/>
              <a:defRPr b="0" i="0" sz="1000" u="none" cap="none" strike="noStrike">
                <a:solidFill>
                  <a:schemeClr val="accent2"/>
                </a:solidFill>
                <a:latin typeface="Roboto"/>
                <a:ea typeface="Roboto"/>
                <a:cs typeface="Roboto"/>
                <a:sym typeface="Roboto"/>
              </a:defRPr>
            </a:lvl1pPr>
            <a:lvl2pPr indent="-304800" lvl="1" marL="9144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2pPr>
            <a:lvl3pPr indent="-304800" lvl="2" marL="13716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3pPr>
            <a:lvl4pPr indent="-279400" lvl="3" marL="1828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4pPr>
            <a:lvl5pPr indent="-279400" lvl="4" marL="22860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5pPr>
            <a:lvl6pPr indent="-279400" lvl="5" marL="27432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6pPr>
            <a:lvl7pPr indent="-279400" lvl="6" marL="32004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7pPr>
            <a:lvl8pPr indent="-279400" lvl="7" marL="36576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8pPr>
            <a:lvl9pPr indent="-279400" lvl="8" marL="4114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9pPr>
          </a:lstStyle>
          <a:p/>
        </p:txBody>
      </p:sp>
      <p:sp>
        <p:nvSpPr>
          <p:cNvPr id="197" name="Google Shape;197;p25"/>
          <p:cNvSpPr/>
          <p:nvPr/>
        </p:nvSpPr>
        <p:spPr>
          <a:xfrm>
            <a:off x="6248467" y="1513745"/>
            <a:ext cx="2169600" cy="2169000"/>
          </a:xfrm>
          <a:prstGeom prst="rect">
            <a:avLst/>
          </a:prstGeom>
          <a:solidFill>
            <a:srgbClr val="D3D5D5"/>
          </a:solidFill>
          <a:ln>
            <a:noFill/>
          </a:ln>
        </p:spPr>
        <p:txBody>
          <a:bodyPr anchorCtr="0" anchor="t"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5"/>
          <p:cNvSpPr txBox="1"/>
          <p:nvPr/>
        </p:nvSpPr>
        <p:spPr>
          <a:xfrm>
            <a:off x="6359132" y="1972141"/>
            <a:ext cx="1948200" cy="1068600"/>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ctr">
              <a:lnSpc>
                <a:spcPct val="207360"/>
              </a:lnSpc>
              <a:spcBef>
                <a:spcPts val="0"/>
              </a:spcBef>
              <a:spcAft>
                <a:spcPts val="0"/>
              </a:spcAft>
              <a:buClr>
                <a:srgbClr val="55555A"/>
              </a:buClr>
              <a:buFont typeface="Arial"/>
              <a:buNone/>
            </a:pPr>
            <a:r>
              <a:rPr b="0" i="0" lang="en-GB" sz="1200" u="none" cap="none" strike="noStrike">
                <a:solidFill>
                  <a:srgbClr val="55555A"/>
                </a:solidFill>
                <a:latin typeface="Arial"/>
                <a:ea typeface="Arial"/>
                <a:cs typeface="Arial"/>
                <a:sym typeface="Arial"/>
              </a:rPr>
              <a:t>The picture to be inserted must be sized to fit the grey area</a:t>
            </a:r>
            <a:endParaRPr/>
          </a:p>
        </p:txBody>
      </p:sp>
      <p:sp>
        <p:nvSpPr>
          <p:cNvPr id="199" name="Google Shape;199;p25"/>
          <p:cNvSpPr/>
          <p:nvPr/>
        </p:nvSpPr>
        <p:spPr>
          <a:xfrm>
            <a:off x="3470294" y="1513745"/>
            <a:ext cx="2169600" cy="2169000"/>
          </a:xfrm>
          <a:prstGeom prst="rect">
            <a:avLst/>
          </a:prstGeom>
          <a:solidFill>
            <a:srgbClr val="D3D5D5"/>
          </a:solidFill>
          <a:ln>
            <a:noFill/>
          </a:ln>
        </p:spPr>
        <p:txBody>
          <a:bodyPr anchorCtr="0" anchor="t"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5"/>
          <p:cNvSpPr txBox="1"/>
          <p:nvPr/>
        </p:nvSpPr>
        <p:spPr>
          <a:xfrm>
            <a:off x="3580957" y="1972141"/>
            <a:ext cx="1948200" cy="1068600"/>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ctr">
              <a:lnSpc>
                <a:spcPct val="207360"/>
              </a:lnSpc>
              <a:spcBef>
                <a:spcPts val="0"/>
              </a:spcBef>
              <a:spcAft>
                <a:spcPts val="0"/>
              </a:spcAft>
              <a:buClr>
                <a:srgbClr val="55555A"/>
              </a:buClr>
              <a:buFont typeface="Arial"/>
              <a:buNone/>
            </a:pPr>
            <a:r>
              <a:rPr b="0" i="0" lang="en-GB" sz="1200" u="none" cap="none" strike="noStrike">
                <a:solidFill>
                  <a:srgbClr val="55555A"/>
                </a:solidFill>
                <a:latin typeface="Arial"/>
                <a:ea typeface="Arial"/>
                <a:cs typeface="Arial"/>
                <a:sym typeface="Arial"/>
              </a:rPr>
              <a:t>The picture to be inserted must be sized to fit the grey area</a:t>
            </a:r>
            <a:endParaRPr/>
          </a:p>
        </p:txBody>
      </p:sp>
      <p:sp>
        <p:nvSpPr>
          <p:cNvPr id="201" name="Google Shape;201;p25"/>
          <p:cNvSpPr/>
          <p:nvPr/>
        </p:nvSpPr>
        <p:spPr>
          <a:xfrm>
            <a:off x="680799" y="1513745"/>
            <a:ext cx="2169600" cy="2169000"/>
          </a:xfrm>
          <a:prstGeom prst="rect">
            <a:avLst/>
          </a:prstGeom>
          <a:solidFill>
            <a:srgbClr val="D3D5D5"/>
          </a:solidFill>
          <a:ln>
            <a:noFill/>
          </a:ln>
        </p:spPr>
        <p:txBody>
          <a:bodyPr anchorCtr="0" anchor="t"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5"/>
          <p:cNvSpPr txBox="1"/>
          <p:nvPr/>
        </p:nvSpPr>
        <p:spPr>
          <a:xfrm>
            <a:off x="791462" y="1972141"/>
            <a:ext cx="1948200" cy="1068600"/>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ctr">
              <a:lnSpc>
                <a:spcPct val="207360"/>
              </a:lnSpc>
              <a:spcBef>
                <a:spcPts val="0"/>
              </a:spcBef>
              <a:spcAft>
                <a:spcPts val="0"/>
              </a:spcAft>
              <a:buClr>
                <a:srgbClr val="55555A"/>
              </a:buClr>
              <a:buFont typeface="Arial"/>
              <a:buNone/>
            </a:pPr>
            <a:r>
              <a:rPr b="0" i="0" lang="en-GB" sz="1200" u="none" cap="none" strike="noStrike">
                <a:solidFill>
                  <a:srgbClr val="55555A"/>
                </a:solidFill>
                <a:latin typeface="Arial"/>
                <a:ea typeface="Arial"/>
                <a:cs typeface="Arial"/>
                <a:sym typeface="Arial"/>
              </a:rPr>
              <a:t>The picture to be inserted must be sized to fit the grey area</a:t>
            </a:r>
            <a:endParaRPr/>
          </a:p>
        </p:txBody>
      </p:sp>
      <p:sp>
        <p:nvSpPr>
          <p:cNvPr id="203" name="Google Shape;203;p25"/>
          <p:cNvSpPr txBox="1"/>
          <p:nvPr>
            <p:ph idx="3" type="subTitle"/>
          </p:nvPr>
        </p:nvSpPr>
        <p:spPr>
          <a:xfrm>
            <a:off x="598189" y="3735390"/>
            <a:ext cx="2450100" cy="246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1" i="0" sz="1300" u="none" cap="none" strike="noStrike">
                <a:solidFill>
                  <a:schemeClr val="dk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300" u="none" cap="none" strike="noStrike">
                <a:solidFill>
                  <a:srgbClr val="000000"/>
                </a:solidFill>
                <a:latin typeface="Arial"/>
                <a:ea typeface="Arial"/>
                <a:cs typeface="Arial"/>
                <a:sym typeface="Arial"/>
              </a:defRPr>
            </a:lvl9pPr>
          </a:lstStyle>
          <a:p/>
        </p:txBody>
      </p:sp>
      <p:sp>
        <p:nvSpPr>
          <p:cNvPr id="204" name="Google Shape;204;p25"/>
          <p:cNvSpPr txBox="1"/>
          <p:nvPr>
            <p:ph idx="4" type="body"/>
          </p:nvPr>
        </p:nvSpPr>
        <p:spPr>
          <a:xfrm>
            <a:off x="3419871" y="3905931"/>
            <a:ext cx="2703300" cy="5373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accent2"/>
              </a:buClr>
              <a:buSzPts val="1400"/>
              <a:buFont typeface="Roboto"/>
              <a:buNone/>
              <a:defRPr b="0" i="0" sz="1000" u="none" cap="none" strike="noStrike">
                <a:solidFill>
                  <a:schemeClr val="accent2"/>
                </a:solidFill>
                <a:latin typeface="Roboto"/>
                <a:ea typeface="Roboto"/>
                <a:cs typeface="Roboto"/>
                <a:sym typeface="Roboto"/>
              </a:defRPr>
            </a:lvl1pPr>
            <a:lvl2pPr indent="-304800" lvl="1" marL="9144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2pPr>
            <a:lvl3pPr indent="-304800" lvl="2" marL="13716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3pPr>
            <a:lvl4pPr indent="-279400" lvl="3" marL="1828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4pPr>
            <a:lvl5pPr indent="-279400" lvl="4" marL="22860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5pPr>
            <a:lvl6pPr indent="-279400" lvl="5" marL="27432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6pPr>
            <a:lvl7pPr indent="-279400" lvl="6" marL="32004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7pPr>
            <a:lvl8pPr indent="-279400" lvl="7" marL="36576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8pPr>
            <a:lvl9pPr indent="-279400" lvl="8" marL="4114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9pPr>
          </a:lstStyle>
          <a:p/>
        </p:txBody>
      </p:sp>
      <p:sp>
        <p:nvSpPr>
          <p:cNvPr id="205" name="Google Shape;205;p25"/>
          <p:cNvSpPr txBox="1"/>
          <p:nvPr>
            <p:ph idx="5" type="subTitle"/>
          </p:nvPr>
        </p:nvSpPr>
        <p:spPr>
          <a:xfrm>
            <a:off x="3392880" y="3735369"/>
            <a:ext cx="2450100" cy="246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1" i="0" sz="1300" u="none" cap="none" strike="noStrike">
                <a:solidFill>
                  <a:schemeClr val="dk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206" name="Google Shape;206;p25"/>
          <p:cNvSpPr txBox="1"/>
          <p:nvPr>
            <p:ph idx="6" type="body"/>
          </p:nvPr>
        </p:nvSpPr>
        <p:spPr>
          <a:xfrm>
            <a:off x="6189180" y="3905953"/>
            <a:ext cx="2703300" cy="5373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accent2"/>
              </a:buClr>
              <a:buSzPts val="1400"/>
              <a:buFont typeface="Roboto"/>
              <a:buNone/>
              <a:defRPr b="0" i="0" sz="1000" u="none" cap="none" strike="noStrike">
                <a:solidFill>
                  <a:schemeClr val="accent2"/>
                </a:solidFill>
                <a:latin typeface="Roboto"/>
                <a:ea typeface="Roboto"/>
                <a:cs typeface="Roboto"/>
                <a:sym typeface="Roboto"/>
              </a:defRPr>
            </a:lvl1pPr>
            <a:lvl2pPr indent="-304800" lvl="1" marL="9144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2pPr>
            <a:lvl3pPr indent="-304800" lvl="2" marL="1371600" marR="0" rtl="0" algn="l">
              <a:lnSpc>
                <a:spcPct val="100000"/>
              </a:lnSpc>
              <a:spcBef>
                <a:spcPts val="0"/>
              </a:spcBef>
              <a:spcAft>
                <a:spcPts val="0"/>
              </a:spcAft>
              <a:buClr>
                <a:schemeClr val="accent2"/>
              </a:buClr>
              <a:buSzPts val="1200"/>
              <a:buFont typeface="Roboto"/>
              <a:buChar char="–"/>
              <a:defRPr b="0" i="0" sz="1000" u="none" cap="none" strike="noStrike">
                <a:solidFill>
                  <a:schemeClr val="accent2"/>
                </a:solidFill>
                <a:latin typeface="Roboto"/>
                <a:ea typeface="Roboto"/>
                <a:cs typeface="Roboto"/>
                <a:sym typeface="Roboto"/>
              </a:defRPr>
            </a:lvl3pPr>
            <a:lvl4pPr indent="-279400" lvl="3" marL="1828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4pPr>
            <a:lvl5pPr indent="-279400" lvl="4" marL="22860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5pPr>
            <a:lvl6pPr indent="-279400" lvl="5" marL="27432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6pPr>
            <a:lvl7pPr indent="-279400" lvl="6" marL="32004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7pPr>
            <a:lvl8pPr indent="-279400" lvl="7" marL="36576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8pPr>
            <a:lvl9pPr indent="-279400" lvl="8" marL="4114800" marR="0" rtl="0" algn="l">
              <a:lnSpc>
                <a:spcPct val="100000"/>
              </a:lnSpc>
              <a:spcBef>
                <a:spcPts val="0"/>
              </a:spcBef>
              <a:spcAft>
                <a:spcPts val="0"/>
              </a:spcAft>
              <a:buClr>
                <a:schemeClr val="accent2"/>
              </a:buClr>
              <a:buSzPts val="800"/>
              <a:buFont typeface="Roboto"/>
              <a:buChar char="■"/>
              <a:defRPr b="0" i="0" sz="800" u="none" cap="none" strike="noStrike">
                <a:solidFill>
                  <a:schemeClr val="accent2"/>
                </a:solidFill>
                <a:latin typeface="Roboto"/>
                <a:ea typeface="Roboto"/>
                <a:cs typeface="Roboto"/>
                <a:sym typeface="Roboto"/>
              </a:defRPr>
            </a:lvl9pPr>
          </a:lstStyle>
          <a:p/>
        </p:txBody>
      </p:sp>
      <p:sp>
        <p:nvSpPr>
          <p:cNvPr id="207" name="Google Shape;207;p25"/>
          <p:cNvSpPr txBox="1"/>
          <p:nvPr>
            <p:ph idx="7" type="subTitle"/>
          </p:nvPr>
        </p:nvSpPr>
        <p:spPr>
          <a:xfrm>
            <a:off x="6179696" y="3735390"/>
            <a:ext cx="2450100" cy="246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1" i="0" sz="1300" u="none" cap="none" strike="noStrike">
                <a:solidFill>
                  <a:schemeClr val="dk1"/>
                </a:solidFill>
                <a:latin typeface="Roboto"/>
                <a:ea typeface="Roboto"/>
                <a:cs typeface="Roboto"/>
                <a:sym typeface="Roboto"/>
              </a:defRPr>
            </a:lvl1pPr>
            <a:lvl2pPr indent="0" lvl="1"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
        <p:nvSpPr>
          <p:cNvPr id="208" name="Google Shape;208;p25"/>
          <p:cNvSpPr txBox="1"/>
          <p:nvPr>
            <p:ph type="title"/>
          </p:nvPr>
        </p:nvSpPr>
        <p:spPr>
          <a:xfrm>
            <a:off x="620060" y="79343"/>
            <a:ext cx="62937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75FA4"/>
              </a:buClr>
              <a:buSzPts val="1400"/>
              <a:buFont typeface="Roboto"/>
              <a:buNone/>
              <a:defRPr b="0" i="0" sz="2500" u="none" cap="none" strike="noStrike">
                <a:solidFill>
                  <a:srgbClr val="375FA4"/>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209" name="Google Shape;209;p25"/>
          <p:cNvSpPr/>
          <p:nvPr/>
        </p:nvSpPr>
        <p:spPr>
          <a:xfrm>
            <a:off x="716479" y="1015125"/>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210" name="Google Shape;210;p25"/>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itle &amp; text">
  <p:cSld name="Tiitle &amp; text">
    <p:spTree>
      <p:nvGrpSpPr>
        <p:cNvPr id="211" name="Shape 211"/>
        <p:cNvGrpSpPr/>
        <p:nvPr/>
      </p:nvGrpSpPr>
      <p:grpSpPr>
        <a:xfrm>
          <a:off x="0" y="0"/>
          <a:ext cx="0" cy="0"/>
          <a:chOff x="0" y="0"/>
          <a:chExt cx="0" cy="0"/>
        </a:xfrm>
      </p:grpSpPr>
      <p:sp>
        <p:nvSpPr>
          <p:cNvPr id="212" name="Google Shape;212;p26"/>
          <p:cNvSpPr txBox="1"/>
          <p:nvPr>
            <p:ph type="title"/>
          </p:nvPr>
        </p:nvSpPr>
        <p:spPr>
          <a:xfrm>
            <a:off x="620058" y="79343"/>
            <a:ext cx="71604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75FA4"/>
              </a:buClr>
              <a:buSzPts val="1400"/>
              <a:buFont typeface="Roboto"/>
              <a:buNone/>
              <a:defRPr b="0" i="0" sz="2500" u="none" cap="none" strike="noStrike">
                <a:solidFill>
                  <a:srgbClr val="375FA4"/>
                </a:solidFill>
                <a:latin typeface="Roboto"/>
                <a:ea typeface="Roboto"/>
                <a:cs typeface="Roboto"/>
                <a:sym typeface="Roboto"/>
              </a:defRPr>
            </a:lvl1pPr>
            <a:lvl2pPr indent="0" lvl="1"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2pPr>
            <a:lvl3pPr indent="0" lvl="2"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3pPr>
            <a:lvl4pPr indent="0" lvl="3"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4pPr>
            <a:lvl5pPr indent="0" lvl="4" marL="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5pPr>
            <a:lvl6pPr indent="0" lvl="5" marL="3937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6pPr>
            <a:lvl7pPr indent="0" lvl="6" marL="7874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7pPr>
            <a:lvl8pPr indent="0" lvl="7" marL="11811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8pPr>
            <a:lvl9pPr indent="0" lvl="8" marL="1574800" marR="0" rtl="0" algn="l">
              <a:spcBef>
                <a:spcPts val="0"/>
              </a:spcBef>
              <a:spcAft>
                <a:spcPts val="0"/>
              </a:spcAft>
              <a:buClr>
                <a:schemeClr val="lt1"/>
              </a:buClr>
              <a:buSzPts val="1400"/>
              <a:buFont typeface="Arial"/>
              <a:buNone/>
              <a:defRPr b="0" i="0" sz="2200" u="none" cap="none" strike="noStrike">
                <a:solidFill>
                  <a:schemeClr val="lt1"/>
                </a:solidFill>
                <a:latin typeface="Arial"/>
                <a:ea typeface="Arial"/>
                <a:cs typeface="Arial"/>
                <a:sym typeface="Arial"/>
              </a:defRPr>
            </a:lvl9pPr>
          </a:lstStyle>
          <a:p/>
        </p:txBody>
      </p:sp>
      <p:sp>
        <p:nvSpPr>
          <p:cNvPr id="213" name="Google Shape;213;p26"/>
          <p:cNvSpPr txBox="1"/>
          <p:nvPr>
            <p:ph idx="1" type="body"/>
          </p:nvPr>
        </p:nvSpPr>
        <p:spPr>
          <a:xfrm>
            <a:off x="476950" y="1102875"/>
            <a:ext cx="7952700" cy="3081900"/>
          </a:xfrm>
          <a:prstGeom prst="rect">
            <a:avLst/>
          </a:prstGeom>
          <a:noFill/>
          <a:ln>
            <a:noFill/>
          </a:ln>
        </p:spPr>
        <p:txBody>
          <a:bodyPr anchorCtr="0" anchor="t" bIns="91425" lIns="91425" spcFirstLastPara="1" rIns="91425" wrap="square" tIns="91425">
            <a:noAutofit/>
          </a:bodyPr>
          <a:lstStyle>
            <a:lvl1pPr indent="-285750" lvl="0" marL="457200" marR="0" rtl="0" algn="l">
              <a:lnSpc>
                <a:spcPct val="100000"/>
              </a:lnSpc>
              <a:spcBef>
                <a:spcPts val="300"/>
              </a:spcBef>
              <a:spcAft>
                <a:spcPts val="0"/>
              </a:spcAft>
              <a:buClr>
                <a:schemeClr val="dk2"/>
              </a:buClr>
              <a:buSzPts val="900"/>
              <a:buFont typeface="Roboto"/>
              <a:buChar char="●"/>
              <a:defRPr b="1" i="0" sz="1500" u="none" cap="none" strike="noStrike">
                <a:solidFill>
                  <a:schemeClr val="dk1"/>
                </a:solidFill>
                <a:latin typeface="Roboto"/>
                <a:ea typeface="Roboto"/>
                <a:cs typeface="Roboto"/>
                <a:sym typeface="Roboto"/>
              </a:defRPr>
            </a:lvl1pPr>
            <a:lvl2pPr indent="-311150" lvl="1" marL="914400" marR="0" rtl="0" algn="l">
              <a:lnSpc>
                <a:spcPct val="100000"/>
              </a:lnSpc>
              <a:spcBef>
                <a:spcPts val="300"/>
              </a:spcBef>
              <a:spcAft>
                <a:spcPts val="0"/>
              </a:spcAft>
              <a:buClr>
                <a:srgbClr val="6F6F6E"/>
              </a:buClr>
              <a:buSzPts val="1300"/>
              <a:buFont typeface="Roboto"/>
              <a:buChar char="–"/>
              <a:defRPr b="0" i="0" sz="1300" u="none" cap="none" strike="noStrike">
                <a:solidFill>
                  <a:srgbClr val="6F6F6E"/>
                </a:solidFill>
                <a:latin typeface="Roboto"/>
                <a:ea typeface="Roboto"/>
                <a:cs typeface="Roboto"/>
                <a:sym typeface="Roboto"/>
              </a:defRPr>
            </a:lvl2pPr>
            <a:lvl3pPr indent="-304800" lvl="2" marL="1371600" marR="0" rtl="0" algn="l">
              <a:lnSpc>
                <a:spcPct val="100000"/>
              </a:lnSpc>
              <a:spcBef>
                <a:spcPts val="300"/>
              </a:spcBef>
              <a:spcAft>
                <a:spcPts val="0"/>
              </a:spcAft>
              <a:buClr>
                <a:srgbClr val="6F6F6E"/>
              </a:buClr>
              <a:buSzPts val="1200"/>
              <a:buFont typeface="Roboto"/>
              <a:buChar char="–"/>
              <a:defRPr b="0" i="0" sz="1200" u="none" cap="none" strike="noStrike">
                <a:solidFill>
                  <a:srgbClr val="6F6F6E"/>
                </a:solidFill>
                <a:latin typeface="Roboto"/>
                <a:ea typeface="Roboto"/>
                <a:cs typeface="Roboto"/>
                <a:sym typeface="Roboto"/>
              </a:defRPr>
            </a:lvl3pPr>
            <a:lvl4pPr indent="-304800" lvl="3" marL="1828800" marR="0" rtl="0" algn="l">
              <a:lnSpc>
                <a:spcPct val="100000"/>
              </a:lnSpc>
              <a:spcBef>
                <a:spcPts val="200"/>
              </a:spcBef>
              <a:spcAft>
                <a:spcPts val="0"/>
              </a:spcAft>
              <a:buClr>
                <a:schemeClr val="dk2"/>
              </a:buClr>
              <a:buSzPts val="1200"/>
              <a:buFont typeface="Roboto"/>
              <a:buChar char="–"/>
              <a:defRPr b="0" i="0" sz="1200" u="none" cap="none" strike="noStrike">
                <a:solidFill>
                  <a:srgbClr val="6F6F6E"/>
                </a:solidFill>
                <a:latin typeface="Roboto"/>
                <a:ea typeface="Roboto"/>
                <a:cs typeface="Roboto"/>
                <a:sym typeface="Roboto"/>
              </a:defRPr>
            </a:lvl4pPr>
            <a:lvl5pPr indent="-304800" lvl="4" marL="2286000" marR="0" rtl="0" algn="l">
              <a:lnSpc>
                <a:spcPct val="100000"/>
              </a:lnSpc>
              <a:spcBef>
                <a:spcPts val="200"/>
              </a:spcBef>
              <a:spcAft>
                <a:spcPts val="0"/>
              </a:spcAft>
              <a:buClr>
                <a:schemeClr val="dk2"/>
              </a:buClr>
              <a:buSzPts val="1200"/>
              <a:buFont typeface="Roboto"/>
              <a:buChar char="–"/>
              <a:defRPr b="0" i="0" sz="1200" u="none" cap="none" strike="noStrike">
                <a:solidFill>
                  <a:srgbClr val="6F6F6E"/>
                </a:solidFill>
                <a:latin typeface="Roboto"/>
                <a:ea typeface="Roboto"/>
                <a:cs typeface="Roboto"/>
                <a:sym typeface="Roboto"/>
              </a:defRPr>
            </a:lvl5pPr>
            <a:lvl6pPr indent="-304800" lvl="5" marL="27432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6pPr>
            <a:lvl7pPr indent="-304800" lvl="6" marL="32004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7pPr>
            <a:lvl8pPr indent="-304800" lvl="7" marL="36576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8pPr>
            <a:lvl9pPr indent="-304800" lvl="8" marL="4114800" marR="0" rtl="0" algn="l">
              <a:lnSpc>
                <a:spcPct val="100000"/>
              </a:lnSpc>
              <a:spcBef>
                <a:spcPts val="200"/>
              </a:spcBef>
              <a:spcAft>
                <a:spcPts val="0"/>
              </a:spcAft>
              <a:buClr>
                <a:schemeClr val="dk2"/>
              </a:buClr>
              <a:buSzPts val="1200"/>
              <a:buFont typeface="Roboto"/>
              <a:buChar char="–"/>
              <a:defRPr b="0" i="0" sz="1200" u="none" cap="none" strike="noStrike">
                <a:solidFill>
                  <a:schemeClr val="dk2"/>
                </a:solidFill>
                <a:latin typeface="Roboto"/>
                <a:ea typeface="Roboto"/>
                <a:cs typeface="Roboto"/>
                <a:sym typeface="Roboto"/>
              </a:defRPr>
            </a:lvl9pPr>
          </a:lstStyle>
          <a:p/>
        </p:txBody>
      </p:sp>
      <p:sp>
        <p:nvSpPr>
          <p:cNvPr id="214" name="Google Shape;214;p26"/>
          <p:cNvSpPr/>
          <p:nvPr/>
        </p:nvSpPr>
        <p:spPr>
          <a:xfrm>
            <a:off x="716479" y="1015125"/>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215" name="Google Shape;215;p26"/>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page">
  <p:cSld name="Picture page">
    <p:spTree>
      <p:nvGrpSpPr>
        <p:cNvPr id="216" name="Shape 216"/>
        <p:cNvGrpSpPr/>
        <p:nvPr/>
      </p:nvGrpSpPr>
      <p:grpSpPr>
        <a:xfrm>
          <a:off x="0" y="0"/>
          <a:ext cx="0" cy="0"/>
          <a:chOff x="0" y="0"/>
          <a:chExt cx="0" cy="0"/>
        </a:xfrm>
      </p:grpSpPr>
      <p:sp>
        <p:nvSpPr>
          <p:cNvPr id="217" name="Google Shape;217;p27"/>
          <p:cNvSpPr/>
          <p:nvPr/>
        </p:nvSpPr>
        <p:spPr>
          <a:xfrm>
            <a:off x="0" y="9"/>
            <a:ext cx="9138000" cy="4337100"/>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218" name="Google Shape;218;p27"/>
          <p:cNvSpPr/>
          <p:nvPr/>
        </p:nvSpPr>
        <p:spPr>
          <a:xfrm>
            <a:off x="6208187" y="1419333"/>
            <a:ext cx="2929800" cy="2928900"/>
          </a:xfrm>
          <a:custGeom>
            <a:rect b="b" l="l" r="r" t="t"/>
            <a:pathLst>
              <a:path extrusionOk="0" h="120000" w="120000">
                <a:moveTo>
                  <a:pt x="59986" y="0"/>
                </a:moveTo>
                <a:lnTo>
                  <a:pt x="55066" y="198"/>
                </a:lnTo>
                <a:lnTo>
                  <a:pt x="50256" y="785"/>
                </a:lnTo>
                <a:lnTo>
                  <a:pt x="45571" y="1743"/>
                </a:lnTo>
                <a:lnTo>
                  <a:pt x="41026" y="3058"/>
                </a:lnTo>
                <a:lnTo>
                  <a:pt x="36637" y="4715"/>
                </a:lnTo>
                <a:lnTo>
                  <a:pt x="32419" y="6697"/>
                </a:lnTo>
                <a:lnTo>
                  <a:pt x="28388" y="8989"/>
                </a:lnTo>
                <a:lnTo>
                  <a:pt x="24559" y="11576"/>
                </a:lnTo>
                <a:lnTo>
                  <a:pt x="20948" y="14443"/>
                </a:lnTo>
                <a:lnTo>
                  <a:pt x="17570" y="17573"/>
                </a:lnTo>
                <a:lnTo>
                  <a:pt x="14440" y="20952"/>
                </a:lnTo>
                <a:lnTo>
                  <a:pt x="11574" y="24564"/>
                </a:lnTo>
                <a:lnTo>
                  <a:pt x="8987" y="28394"/>
                </a:lnTo>
                <a:lnTo>
                  <a:pt x="6695" y="32426"/>
                </a:lnTo>
                <a:lnTo>
                  <a:pt x="4714" y="36644"/>
                </a:lnTo>
                <a:lnTo>
                  <a:pt x="3058" y="41034"/>
                </a:lnTo>
                <a:lnTo>
                  <a:pt x="1743" y="45579"/>
                </a:lnTo>
                <a:lnTo>
                  <a:pt x="785" y="50265"/>
                </a:lnTo>
                <a:lnTo>
                  <a:pt x="198" y="55076"/>
                </a:lnTo>
                <a:lnTo>
                  <a:pt x="0" y="59997"/>
                </a:lnTo>
                <a:lnTo>
                  <a:pt x="198" y="64917"/>
                </a:lnTo>
                <a:lnTo>
                  <a:pt x="785" y="69729"/>
                </a:lnTo>
                <a:lnTo>
                  <a:pt x="1743" y="74415"/>
                </a:lnTo>
                <a:lnTo>
                  <a:pt x="3058" y="78960"/>
                </a:lnTo>
                <a:lnTo>
                  <a:pt x="4714" y="83350"/>
                </a:lnTo>
                <a:lnTo>
                  <a:pt x="6695" y="87568"/>
                </a:lnTo>
                <a:lnTo>
                  <a:pt x="8987" y="91600"/>
                </a:lnTo>
                <a:lnTo>
                  <a:pt x="11574" y="95430"/>
                </a:lnTo>
                <a:lnTo>
                  <a:pt x="14440" y="99041"/>
                </a:lnTo>
                <a:lnTo>
                  <a:pt x="17570" y="102420"/>
                </a:lnTo>
                <a:lnTo>
                  <a:pt x="20948" y="105551"/>
                </a:lnTo>
                <a:lnTo>
                  <a:pt x="24559" y="108417"/>
                </a:lnTo>
                <a:lnTo>
                  <a:pt x="28388" y="111004"/>
                </a:lnTo>
                <a:lnTo>
                  <a:pt x="32419" y="113296"/>
                </a:lnTo>
                <a:lnTo>
                  <a:pt x="36637" y="115278"/>
                </a:lnTo>
                <a:lnTo>
                  <a:pt x="41026" y="116934"/>
                </a:lnTo>
                <a:lnTo>
                  <a:pt x="45571" y="118249"/>
                </a:lnTo>
                <a:lnTo>
                  <a:pt x="50256" y="119207"/>
                </a:lnTo>
                <a:lnTo>
                  <a:pt x="55066" y="119793"/>
                </a:lnTo>
                <a:lnTo>
                  <a:pt x="59986" y="119992"/>
                </a:lnTo>
                <a:lnTo>
                  <a:pt x="119983" y="119992"/>
                </a:lnTo>
                <a:lnTo>
                  <a:pt x="119984" y="59997"/>
                </a:lnTo>
                <a:lnTo>
                  <a:pt x="119785" y="55076"/>
                </a:lnTo>
                <a:lnTo>
                  <a:pt x="119199" y="50265"/>
                </a:lnTo>
                <a:lnTo>
                  <a:pt x="118240" y="45579"/>
                </a:lnTo>
                <a:lnTo>
                  <a:pt x="116925" y="41034"/>
                </a:lnTo>
                <a:lnTo>
                  <a:pt x="115269" y="36644"/>
                </a:lnTo>
                <a:lnTo>
                  <a:pt x="113288" y="32426"/>
                </a:lnTo>
                <a:lnTo>
                  <a:pt x="110996" y="28394"/>
                </a:lnTo>
                <a:lnTo>
                  <a:pt x="108409" y="24564"/>
                </a:lnTo>
                <a:lnTo>
                  <a:pt x="105542" y="20952"/>
                </a:lnTo>
                <a:lnTo>
                  <a:pt x="102412" y="17573"/>
                </a:lnTo>
                <a:lnTo>
                  <a:pt x="99033" y="14443"/>
                </a:lnTo>
                <a:lnTo>
                  <a:pt x="95421" y="11576"/>
                </a:lnTo>
                <a:lnTo>
                  <a:pt x="91592" y="8989"/>
                </a:lnTo>
                <a:lnTo>
                  <a:pt x="87560" y="6697"/>
                </a:lnTo>
                <a:lnTo>
                  <a:pt x="83341" y="4715"/>
                </a:lnTo>
                <a:lnTo>
                  <a:pt x="78951" y="3058"/>
                </a:lnTo>
                <a:lnTo>
                  <a:pt x="74405" y="1743"/>
                </a:lnTo>
                <a:lnTo>
                  <a:pt x="69718" y="785"/>
                </a:lnTo>
                <a:lnTo>
                  <a:pt x="64907" y="198"/>
                </a:lnTo>
                <a:lnTo>
                  <a:pt x="5998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219" name="Google Shape;219;p27"/>
          <p:cNvSpPr/>
          <p:nvPr/>
        </p:nvSpPr>
        <p:spPr>
          <a:xfrm>
            <a:off x="6776207" y="3487030"/>
            <a:ext cx="465000" cy="0"/>
          </a:xfrm>
          <a:custGeom>
            <a:rect b="b" l="l" r="r" t="t"/>
            <a:pathLst>
              <a:path extrusionOk="0" h="120000" w="120000">
                <a:moveTo>
                  <a:pt x="0" y="0"/>
                </a:moveTo>
                <a:lnTo>
                  <a:pt x="119915" y="0"/>
                </a:lnTo>
              </a:path>
            </a:pathLst>
          </a:custGeom>
          <a:noFill/>
          <a:ln cap="flat" cmpd="sng" w="254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220" name="Google Shape;220;p27"/>
          <p:cNvSpPr txBox="1"/>
          <p:nvPr>
            <p:ph type="title"/>
          </p:nvPr>
        </p:nvSpPr>
        <p:spPr>
          <a:xfrm>
            <a:off x="6668614" y="2201291"/>
            <a:ext cx="2376300" cy="1238700"/>
          </a:xfrm>
          <a:prstGeom prst="rect">
            <a:avLst/>
          </a:prstGeom>
          <a:noFill/>
          <a:ln>
            <a:noFill/>
          </a:ln>
        </p:spPr>
        <p:txBody>
          <a:bodyPr anchorCtr="0" anchor="b"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Roboto"/>
              <a:buNone/>
              <a:defRPr b="0" i="0" sz="2600" u="none" cap="none" strike="noStrike">
                <a:solidFill>
                  <a:schemeClr val="dk1"/>
                </a:solidFill>
                <a:latin typeface="Roboto"/>
                <a:ea typeface="Roboto"/>
                <a:cs typeface="Roboto"/>
                <a:sym typeface="Roboto"/>
              </a:defRPr>
            </a:lvl1pPr>
            <a:lvl2pPr indent="0" lvl="1" rtl="0">
              <a:spcBef>
                <a:spcPts val="0"/>
              </a:spcBef>
              <a:spcAft>
                <a:spcPts val="0"/>
              </a:spcAft>
              <a:buSzPts val="1400"/>
              <a:buFont typeface="Arial"/>
              <a:buNone/>
              <a:defRPr sz="1200"/>
            </a:lvl2pPr>
            <a:lvl3pPr indent="0" lvl="2" rtl="0">
              <a:spcBef>
                <a:spcPts val="0"/>
              </a:spcBef>
              <a:spcAft>
                <a:spcPts val="0"/>
              </a:spcAft>
              <a:buSzPts val="1400"/>
              <a:buFont typeface="Arial"/>
              <a:buNone/>
              <a:defRPr sz="1200"/>
            </a:lvl3pPr>
            <a:lvl4pPr indent="0" lvl="3" rtl="0">
              <a:spcBef>
                <a:spcPts val="0"/>
              </a:spcBef>
              <a:spcAft>
                <a:spcPts val="0"/>
              </a:spcAft>
              <a:buSzPts val="1400"/>
              <a:buFont typeface="Arial"/>
              <a:buNone/>
              <a:defRPr sz="1200"/>
            </a:lvl4pPr>
            <a:lvl5pPr indent="0" lvl="4" rtl="0">
              <a:spcBef>
                <a:spcPts val="0"/>
              </a:spcBef>
              <a:spcAft>
                <a:spcPts val="0"/>
              </a:spcAft>
              <a:buSzPts val="1400"/>
              <a:buFont typeface="Arial"/>
              <a:buNone/>
              <a:defRPr sz="1200"/>
            </a:lvl5pPr>
            <a:lvl6pPr indent="0" lvl="5" rtl="0">
              <a:spcBef>
                <a:spcPts val="0"/>
              </a:spcBef>
              <a:spcAft>
                <a:spcPts val="0"/>
              </a:spcAft>
              <a:buSzPts val="1400"/>
              <a:buFont typeface="Arial"/>
              <a:buNone/>
              <a:defRPr sz="1200"/>
            </a:lvl6pPr>
            <a:lvl7pPr indent="0" lvl="6" rtl="0">
              <a:spcBef>
                <a:spcPts val="0"/>
              </a:spcBef>
              <a:spcAft>
                <a:spcPts val="0"/>
              </a:spcAft>
              <a:buSzPts val="1400"/>
              <a:buFont typeface="Arial"/>
              <a:buNone/>
              <a:defRPr sz="1200"/>
            </a:lvl7pPr>
            <a:lvl8pPr indent="0" lvl="7" rtl="0">
              <a:spcBef>
                <a:spcPts val="0"/>
              </a:spcBef>
              <a:spcAft>
                <a:spcPts val="0"/>
              </a:spcAft>
              <a:buSzPts val="1400"/>
              <a:buFont typeface="Arial"/>
              <a:buNone/>
              <a:defRPr sz="1200"/>
            </a:lvl8pPr>
            <a:lvl9pPr indent="0" lvl="8" rtl="0">
              <a:spcBef>
                <a:spcPts val="0"/>
              </a:spcBef>
              <a:spcAft>
                <a:spcPts val="0"/>
              </a:spcAft>
              <a:buSzPts val="1400"/>
              <a:buFont typeface="Arial"/>
              <a:buNone/>
              <a:defRPr sz="1200"/>
            </a:lvl9pPr>
          </a:lstStyle>
          <a:p/>
        </p:txBody>
      </p:sp>
      <p:sp>
        <p:nvSpPr>
          <p:cNvPr id="221" name="Google Shape;221;p27"/>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2" name="Shape 222"/>
        <p:cNvGrpSpPr/>
        <p:nvPr/>
      </p:nvGrpSpPr>
      <p:grpSpPr>
        <a:xfrm>
          <a:off x="0" y="0"/>
          <a:ext cx="0" cy="0"/>
          <a:chOff x="0" y="0"/>
          <a:chExt cx="0" cy="0"/>
        </a:xfrm>
      </p:grpSpPr>
      <p:sp>
        <p:nvSpPr>
          <p:cNvPr id="223" name="Google Shape;223;p28"/>
          <p:cNvSpPr txBox="1"/>
          <p:nvPr>
            <p:ph type="title"/>
          </p:nvPr>
        </p:nvSpPr>
        <p:spPr>
          <a:xfrm>
            <a:off x="457200" y="122635"/>
            <a:ext cx="8229600" cy="4275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1pPr>
            <a:lvl2pPr indent="0" lvl="1"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2pPr>
            <a:lvl3pPr indent="0" lvl="2"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3pPr>
            <a:lvl4pPr indent="0" lvl="3"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4pPr>
            <a:lvl5pPr indent="0" lvl="4"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5pPr>
            <a:lvl6pPr indent="0" lvl="5" marL="4572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6pPr>
            <a:lvl7pPr indent="0" lvl="6" marL="9144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7pPr>
            <a:lvl8pPr indent="0" lvl="7" marL="13716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8pPr>
            <a:lvl9pPr indent="0" lvl="8" marL="18288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9pPr>
          </a:lstStyle>
          <a:p/>
        </p:txBody>
      </p:sp>
      <p:sp>
        <p:nvSpPr>
          <p:cNvPr id="224" name="Google Shape;224;p28"/>
          <p:cNvSpPr txBox="1"/>
          <p:nvPr>
            <p:ph idx="1" type="body"/>
          </p:nvPr>
        </p:nvSpPr>
        <p:spPr>
          <a:xfrm>
            <a:off x="468313" y="844153"/>
            <a:ext cx="8424900" cy="3293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90000"/>
              </a:lnSpc>
              <a:spcBef>
                <a:spcPts val="18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rtl="0" algn="l">
              <a:spcBef>
                <a:spcPts val="700"/>
              </a:spcBef>
              <a:spcAft>
                <a:spcPts val="0"/>
              </a:spcAft>
              <a:buClr>
                <a:schemeClr val="lt2"/>
              </a:buClr>
              <a:buSzPts val="1600"/>
              <a:buFont typeface="Noto Sans Symbols"/>
              <a:buChar char="•"/>
              <a:defRPr b="0" i="0" sz="1600" u="none" cap="none" strike="noStrike">
                <a:solidFill>
                  <a:schemeClr val="lt2"/>
                </a:solidFill>
                <a:latin typeface="Arial"/>
                <a:ea typeface="Arial"/>
                <a:cs typeface="Arial"/>
                <a:sym typeface="Arial"/>
              </a:defRPr>
            </a:lvl2pPr>
            <a:lvl3pPr indent="-317500" lvl="2" marL="1371600" marR="0" rtl="0" algn="l">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04800" lvl="5" marL="27432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304800" lvl="6" marL="32004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7pPr>
            <a:lvl8pPr indent="-304800" lvl="7" marL="36576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8pPr>
            <a:lvl9pPr indent="-304800" lvl="8" marL="4114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9pPr>
          </a:lstStyle>
          <a:p/>
        </p:txBody>
      </p:sp>
      <p:sp>
        <p:nvSpPr>
          <p:cNvPr id="225" name="Google Shape;225;p28"/>
          <p:cNvSpPr txBox="1"/>
          <p:nvPr>
            <p:ph idx="10" type="dt"/>
          </p:nvPr>
        </p:nvSpPr>
        <p:spPr>
          <a:xfrm>
            <a:off x="880900" y="4836319"/>
            <a:ext cx="303600" cy="92100"/>
          </a:xfrm>
          <a:prstGeom prst="rect">
            <a:avLst/>
          </a:prstGeom>
          <a:noFill/>
          <a:ln>
            <a:noFill/>
          </a:ln>
        </p:spPr>
        <p:txBody>
          <a:bodyPr anchorCtr="0" anchor="t" bIns="91425" lIns="91425" spcFirstLastPara="1" rIns="91425" wrap="square" tIns="91425">
            <a:noAutofit/>
          </a:bodyPr>
          <a:lstStyle>
            <a:lvl1pPr indent="0" lvl="0" marL="0" marR="0" rtl="0" algn="ctr">
              <a:spcBef>
                <a:spcPts val="0"/>
              </a:spcBef>
              <a:spcAft>
                <a:spcPts val="0"/>
              </a:spcAft>
              <a:buSzPts val="1400"/>
              <a:buNone/>
              <a:defRPr sz="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2pPr>
            <a:lvl3pPr indent="0" lvl="2" marL="9144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3pPr>
            <a:lvl4pPr indent="0" lvl="3" marL="13716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4pPr>
            <a:lvl5pPr indent="0" lvl="4" marL="18288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5pPr>
            <a:lvl6pPr indent="0" lvl="5" marL="22860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6pPr>
            <a:lvl7pPr indent="0" lvl="6" marL="27432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7pPr>
            <a:lvl8pPr indent="0" lvl="7" marL="32004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8pPr>
            <a:lvl9pPr indent="0" lvl="8" marL="36576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226" name="Shape 226"/>
        <p:cNvGrpSpPr/>
        <p:nvPr/>
      </p:nvGrpSpPr>
      <p:grpSpPr>
        <a:xfrm>
          <a:off x="0" y="0"/>
          <a:ext cx="0" cy="0"/>
          <a:chOff x="0" y="0"/>
          <a:chExt cx="0" cy="0"/>
        </a:xfrm>
      </p:grpSpPr>
      <p:sp>
        <p:nvSpPr>
          <p:cNvPr id="227" name="Google Shape;227;p29"/>
          <p:cNvSpPr txBox="1"/>
          <p:nvPr>
            <p:ph type="title"/>
          </p:nvPr>
        </p:nvSpPr>
        <p:spPr>
          <a:xfrm>
            <a:off x="457200" y="122635"/>
            <a:ext cx="8229600" cy="4275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1pPr>
            <a:lvl2pPr indent="0" lvl="1"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2pPr>
            <a:lvl3pPr indent="0" lvl="2"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3pPr>
            <a:lvl4pPr indent="0" lvl="3"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4pPr>
            <a:lvl5pPr indent="0" lvl="4"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5pPr>
            <a:lvl6pPr indent="0" lvl="5" marL="4572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6pPr>
            <a:lvl7pPr indent="0" lvl="6" marL="9144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7pPr>
            <a:lvl8pPr indent="0" lvl="7" marL="13716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8pPr>
            <a:lvl9pPr indent="0" lvl="8" marL="18288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9pPr>
          </a:lstStyle>
          <a:p/>
        </p:txBody>
      </p:sp>
      <p:sp>
        <p:nvSpPr>
          <p:cNvPr id="228" name="Google Shape;228;p29"/>
          <p:cNvSpPr txBox="1"/>
          <p:nvPr>
            <p:ph idx="1" type="body"/>
          </p:nvPr>
        </p:nvSpPr>
        <p:spPr>
          <a:xfrm>
            <a:off x="468313" y="844153"/>
            <a:ext cx="8424900" cy="3293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90000"/>
              </a:lnSpc>
              <a:spcBef>
                <a:spcPts val="18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rtl="0" algn="l">
              <a:spcBef>
                <a:spcPts val="700"/>
              </a:spcBef>
              <a:spcAft>
                <a:spcPts val="0"/>
              </a:spcAft>
              <a:buClr>
                <a:schemeClr val="lt2"/>
              </a:buClr>
              <a:buSzPts val="1600"/>
              <a:buFont typeface="Noto Sans Symbols"/>
              <a:buChar char="•"/>
              <a:defRPr b="0" i="0" sz="1600" u="none" cap="none" strike="noStrike">
                <a:solidFill>
                  <a:schemeClr val="lt2"/>
                </a:solidFill>
                <a:latin typeface="Arial"/>
                <a:ea typeface="Arial"/>
                <a:cs typeface="Arial"/>
                <a:sym typeface="Arial"/>
              </a:defRPr>
            </a:lvl2pPr>
            <a:lvl3pPr indent="-317500" lvl="2" marL="1371600" marR="0" rtl="0" algn="l">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04800" lvl="5" marL="27432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304800" lvl="6" marL="32004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7pPr>
            <a:lvl8pPr indent="-304800" lvl="7" marL="36576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8pPr>
            <a:lvl9pPr indent="-304800" lvl="8" marL="4114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9pPr>
          </a:lstStyle>
          <a:p/>
        </p:txBody>
      </p:sp>
      <p:sp>
        <p:nvSpPr>
          <p:cNvPr id="229" name="Google Shape;229;p29"/>
          <p:cNvSpPr txBox="1"/>
          <p:nvPr>
            <p:ph idx="10" type="dt"/>
          </p:nvPr>
        </p:nvSpPr>
        <p:spPr>
          <a:xfrm>
            <a:off x="880900" y="4836319"/>
            <a:ext cx="303600" cy="92100"/>
          </a:xfrm>
          <a:prstGeom prst="rect">
            <a:avLst/>
          </a:prstGeom>
          <a:noFill/>
          <a:ln>
            <a:noFill/>
          </a:ln>
        </p:spPr>
        <p:txBody>
          <a:bodyPr anchorCtr="0" anchor="t" bIns="91425" lIns="91425" spcFirstLastPara="1" rIns="91425" wrap="square" tIns="91425">
            <a:noAutofit/>
          </a:bodyPr>
          <a:lstStyle>
            <a:lvl1pPr indent="0" lvl="0" marL="0" marR="0" rtl="0" algn="ctr">
              <a:spcBef>
                <a:spcPts val="0"/>
              </a:spcBef>
              <a:spcAft>
                <a:spcPts val="0"/>
              </a:spcAft>
              <a:buSzPts val="1400"/>
              <a:buNone/>
              <a:defRPr sz="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2pPr>
            <a:lvl3pPr indent="0" lvl="2" marL="9144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3pPr>
            <a:lvl4pPr indent="0" lvl="3" marL="13716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4pPr>
            <a:lvl5pPr indent="0" lvl="4" marL="18288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5pPr>
            <a:lvl6pPr indent="0" lvl="5" marL="22860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6pPr>
            <a:lvl7pPr indent="0" lvl="6" marL="27432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7pPr>
            <a:lvl8pPr indent="0" lvl="7" marL="32004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8pPr>
            <a:lvl9pPr indent="0" lvl="8" marL="3657600" marR="0" rtl="0" algn="l">
              <a:spcBef>
                <a:spcPts val="0"/>
              </a:spcBef>
              <a:spcAft>
                <a:spcPts val="0"/>
              </a:spcAft>
              <a:buSzPts val="1400"/>
              <a:buNone/>
              <a:defRPr b="0" i="0" sz="1600" u="none" cap="none" strike="noStrike">
                <a:solidFill>
                  <a:schemeClr val="lt2"/>
                </a:solidFill>
                <a:latin typeface="Arial"/>
                <a:ea typeface="Arial"/>
                <a:cs typeface="Arial"/>
                <a:sym typeface="Aria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0" name="Shape 230"/>
        <p:cNvGrpSpPr/>
        <p:nvPr/>
      </p:nvGrpSpPr>
      <p:grpSpPr>
        <a:xfrm>
          <a:off x="0" y="0"/>
          <a:ext cx="0" cy="0"/>
          <a:chOff x="0" y="0"/>
          <a:chExt cx="0" cy="0"/>
        </a:xfrm>
      </p:grpSpPr>
      <p:sp>
        <p:nvSpPr>
          <p:cNvPr id="231" name="Google Shape;231;p3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5200"/>
              <a:buChar char="●"/>
              <a:defRPr sz="5200"/>
            </a:lvl1pPr>
            <a:lvl2pPr lvl="1" rtl="0" algn="ctr">
              <a:spcBef>
                <a:spcPts val="0"/>
              </a:spcBef>
              <a:spcAft>
                <a:spcPts val="0"/>
              </a:spcAft>
              <a:buSzPts val="5200"/>
              <a:buChar char="○"/>
              <a:defRPr sz="5200"/>
            </a:lvl2pPr>
            <a:lvl3pPr lvl="2" rtl="0" algn="ctr">
              <a:spcBef>
                <a:spcPts val="0"/>
              </a:spcBef>
              <a:spcAft>
                <a:spcPts val="0"/>
              </a:spcAft>
              <a:buSzPts val="5200"/>
              <a:buChar char="■"/>
              <a:defRPr sz="5200"/>
            </a:lvl3pPr>
            <a:lvl4pPr lvl="3" rtl="0" algn="ctr">
              <a:spcBef>
                <a:spcPts val="0"/>
              </a:spcBef>
              <a:spcAft>
                <a:spcPts val="0"/>
              </a:spcAft>
              <a:buSzPts val="5200"/>
              <a:buChar char="●"/>
              <a:defRPr sz="5200"/>
            </a:lvl4pPr>
            <a:lvl5pPr lvl="4" rtl="0" algn="ctr">
              <a:spcBef>
                <a:spcPts val="0"/>
              </a:spcBef>
              <a:spcAft>
                <a:spcPts val="0"/>
              </a:spcAft>
              <a:buSzPts val="5200"/>
              <a:buChar char="○"/>
              <a:defRPr sz="5200"/>
            </a:lvl5pPr>
            <a:lvl6pPr lvl="5" rtl="0" algn="ctr">
              <a:spcBef>
                <a:spcPts val="0"/>
              </a:spcBef>
              <a:spcAft>
                <a:spcPts val="0"/>
              </a:spcAft>
              <a:buSzPts val="5200"/>
              <a:buChar char="■"/>
              <a:defRPr sz="5200"/>
            </a:lvl6pPr>
            <a:lvl7pPr lvl="6" rtl="0" algn="ctr">
              <a:spcBef>
                <a:spcPts val="0"/>
              </a:spcBef>
              <a:spcAft>
                <a:spcPts val="0"/>
              </a:spcAft>
              <a:buSzPts val="5200"/>
              <a:buChar char="●"/>
              <a:defRPr sz="5200"/>
            </a:lvl7pPr>
            <a:lvl8pPr lvl="7" rtl="0" algn="ctr">
              <a:spcBef>
                <a:spcPts val="0"/>
              </a:spcBef>
              <a:spcAft>
                <a:spcPts val="0"/>
              </a:spcAft>
              <a:buSzPts val="5200"/>
              <a:buChar char="○"/>
              <a:defRPr sz="5200"/>
            </a:lvl8pPr>
            <a:lvl9pPr lvl="8" rtl="0" algn="ctr">
              <a:spcBef>
                <a:spcPts val="0"/>
              </a:spcBef>
              <a:spcAft>
                <a:spcPts val="0"/>
              </a:spcAft>
              <a:buSzPts val="5200"/>
              <a:buChar char="■"/>
              <a:defRPr sz="5200"/>
            </a:lvl9pPr>
          </a:lstStyle>
          <a:p/>
        </p:txBody>
      </p:sp>
      <p:sp>
        <p:nvSpPr>
          <p:cNvPr id="232" name="Google Shape;232;p30"/>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33" name="Google Shape;233;p30"/>
          <p:cNvSpPr txBox="1"/>
          <p:nvPr>
            <p:ph idx="12" type="sldNum"/>
          </p:nvPr>
        </p:nvSpPr>
        <p:spPr>
          <a:xfrm>
            <a:off x="8472458" y="4663217"/>
            <a:ext cx="548700" cy="393600"/>
          </a:xfrm>
          <a:prstGeom prst="rect">
            <a:avLst/>
          </a:prstGeom>
        </p:spPr>
        <p:txBody>
          <a:bodyPr anchorCtr="0" anchor="ctr" bIns="78700" lIns="78700" spcFirstLastPara="1" rIns="78700" wrap="square" tIns="787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4" name="Shape 234"/>
        <p:cNvGrpSpPr/>
        <p:nvPr/>
      </p:nvGrpSpPr>
      <p:grpSpPr>
        <a:xfrm>
          <a:off x="0" y="0"/>
          <a:ext cx="0" cy="0"/>
          <a:chOff x="0" y="0"/>
          <a:chExt cx="0" cy="0"/>
        </a:xfrm>
      </p:grpSpPr>
      <p:sp>
        <p:nvSpPr>
          <p:cNvPr id="235" name="Google Shape;235;p3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36" name="Google Shape;236;p31"/>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37" name="Google Shape;237;p31"/>
          <p:cNvSpPr txBox="1"/>
          <p:nvPr>
            <p:ph idx="12" type="sldNum"/>
          </p:nvPr>
        </p:nvSpPr>
        <p:spPr>
          <a:xfrm>
            <a:off x="8472458" y="4663217"/>
            <a:ext cx="548700" cy="393600"/>
          </a:xfrm>
          <a:prstGeom prst="rect">
            <a:avLst/>
          </a:prstGeom>
        </p:spPr>
        <p:txBody>
          <a:bodyPr anchorCtr="0" anchor="ctr" bIns="78700" lIns="78700" spcFirstLastPara="1" rIns="78700" wrap="square" tIns="787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graphique ou organigramme hiérarchique" type="dgm">
  <p:cSld name="DIAGRAM">
    <p:spTree>
      <p:nvGrpSpPr>
        <p:cNvPr id="238" name="Shape 238"/>
        <p:cNvGrpSpPr/>
        <p:nvPr/>
      </p:nvGrpSpPr>
      <p:grpSpPr>
        <a:xfrm>
          <a:off x="0" y="0"/>
          <a:ext cx="0" cy="0"/>
          <a:chOff x="0" y="0"/>
          <a:chExt cx="0" cy="0"/>
        </a:xfrm>
      </p:grpSpPr>
      <p:sp>
        <p:nvSpPr>
          <p:cNvPr id="239" name="Google Shape;239;p32"/>
          <p:cNvSpPr txBox="1"/>
          <p:nvPr>
            <p:ph type="title"/>
          </p:nvPr>
        </p:nvSpPr>
        <p:spPr>
          <a:xfrm>
            <a:off x="603250" y="282178"/>
            <a:ext cx="7955100" cy="4560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1pPr>
            <a:lvl2pPr indent="0" lvl="1"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2pPr>
            <a:lvl3pPr indent="0" lvl="2"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3pPr>
            <a:lvl4pPr indent="0" lvl="3"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4pPr>
            <a:lvl5pPr indent="0" lvl="4" marL="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5pPr>
            <a:lvl6pPr indent="0" lvl="5" marL="4572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6pPr>
            <a:lvl7pPr indent="0" lvl="6" marL="9144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7pPr>
            <a:lvl8pPr indent="0" lvl="7" marL="13716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8pPr>
            <a:lvl9pPr indent="0" lvl="8" marL="1828800" marR="0" rtl="0" algn="l">
              <a:spcBef>
                <a:spcPts val="0"/>
              </a:spcBef>
              <a:spcAft>
                <a:spcPts val="0"/>
              </a:spcAft>
              <a:buSzPts val="1400"/>
              <a:buNone/>
              <a:defRPr b="0" i="0" sz="2600" u="none" cap="none" strike="noStrike">
                <a:solidFill>
                  <a:schemeClr val="lt1"/>
                </a:solidFill>
                <a:latin typeface="Arial"/>
                <a:ea typeface="Arial"/>
                <a:cs typeface="Arial"/>
                <a:sym typeface="Arial"/>
              </a:defRPr>
            </a:lvl9pPr>
          </a:lstStyle>
          <a:p/>
        </p:txBody>
      </p:sp>
      <p:sp>
        <p:nvSpPr>
          <p:cNvPr id="240" name="Google Shape;240;p32"/>
          <p:cNvSpPr/>
          <p:nvPr>
            <p:ph idx="2" type="dgm"/>
          </p:nvPr>
        </p:nvSpPr>
        <p:spPr>
          <a:xfrm>
            <a:off x="603250" y="996553"/>
            <a:ext cx="7955100" cy="3439800"/>
          </a:xfrm>
          <a:prstGeom prst="rect">
            <a:avLst/>
          </a:prstGeom>
          <a:noFill/>
          <a:ln>
            <a:noFill/>
          </a:ln>
        </p:spPr>
        <p:txBody>
          <a:bodyPr anchorCtr="0" anchor="t" bIns="91425" lIns="91425" spcFirstLastPara="1" rIns="91425" wrap="square" tIns="91425">
            <a:noAutofit/>
          </a:bodyPr>
          <a:lstStyle>
            <a:lvl1pPr indent="-268288" lvl="0" marL="268288" marR="0" rtl="0" algn="l">
              <a:lnSpc>
                <a:spcPct val="90000"/>
              </a:lnSpc>
              <a:spcBef>
                <a:spcPts val="18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233363" lvl="1" marL="512763" marR="0" rtl="0" algn="l">
              <a:spcBef>
                <a:spcPts val="700"/>
              </a:spcBef>
              <a:spcAft>
                <a:spcPts val="0"/>
              </a:spcAft>
              <a:buClr>
                <a:schemeClr val="lt2"/>
              </a:buClr>
              <a:buSzPts val="1600"/>
              <a:buFont typeface="Noto Sans Symbols"/>
              <a:buChar char="•"/>
              <a:defRPr b="0" i="0" sz="1600" u="none" cap="none" strike="noStrike">
                <a:solidFill>
                  <a:schemeClr val="lt2"/>
                </a:solidFill>
                <a:latin typeface="Arial"/>
                <a:ea typeface="Arial"/>
                <a:cs typeface="Arial"/>
                <a:sym typeface="Arial"/>
              </a:defRPr>
            </a:lvl2pPr>
            <a:lvl3pPr indent="-188913" lvl="2" marL="696913" marR="0" rtl="0" algn="l">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169863" lvl="3" marL="868363"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177800" lvl="4" marL="10414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177800" lvl="5" marL="14986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177800" lvl="6" marL="1955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7pPr>
            <a:lvl8pPr indent="-177800" lvl="7" marL="24130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8pPr>
            <a:lvl9pPr indent="-177800" lvl="8" marL="28702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9pPr>
          </a:lstStyle>
          <a:p/>
        </p:txBody>
      </p:sp>
    </p:spTree>
  </p:cSld>
  <p:clrMapOvr>
    <a:masterClrMapping/>
  </p:clrMapOvr>
  <p:transition>
    <p:fade thruBlk="1"/>
  </p:transition>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mp; picture 1 2">
  <p:cSld name="Text &amp; picture 1_2">
    <p:spTree>
      <p:nvGrpSpPr>
        <p:cNvPr id="241" name="Shape 241"/>
        <p:cNvGrpSpPr/>
        <p:nvPr/>
      </p:nvGrpSpPr>
      <p:grpSpPr>
        <a:xfrm>
          <a:off x="0" y="0"/>
          <a:ext cx="0" cy="0"/>
          <a:chOff x="0" y="0"/>
          <a:chExt cx="0" cy="0"/>
        </a:xfrm>
      </p:grpSpPr>
      <p:sp>
        <p:nvSpPr>
          <p:cNvPr id="242" name="Google Shape;242;p33"/>
          <p:cNvSpPr txBox="1"/>
          <p:nvPr>
            <p:ph type="title"/>
          </p:nvPr>
        </p:nvSpPr>
        <p:spPr>
          <a:xfrm>
            <a:off x="254105" y="123475"/>
            <a:ext cx="4700400" cy="856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3264"/>
              </a:buClr>
              <a:buSzPts val="1400"/>
              <a:buFont typeface="Roboto"/>
              <a:buNone/>
              <a:defRPr b="0" i="0" sz="2500" u="none" cap="none" strike="noStrike">
                <a:solidFill>
                  <a:srgbClr val="003264"/>
                </a:solidFill>
                <a:latin typeface="Roboto"/>
                <a:ea typeface="Roboto"/>
                <a:cs typeface="Roboto"/>
                <a:sym typeface="Roboto"/>
              </a:defRPr>
            </a:lvl1pPr>
            <a:lvl2pPr indent="0" lvl="1" marL="0" marR="0" rtl="0" algn="l">
              <a:spcBef>
                <a:spcPts val="0"/>
              </a:spcBef>
              <a:spcAft>
                <a:spcPts val="0"/>
              </a:spcAft>
              <a:buClr>
                <a:srgbClr val="003264"/>
              </a:buClr>
              <a:buSzPts val="1400"/>
              <a:buFont typeface="Arial"/>
              <a:buNone/>
              <a:defRPr b="0" i="0" sz="2200" u="none" cap="none" strike="noStrike">
                <a:solidFill>
                  <a:srgbClr val="003264"/>
                </a:solidFill>
                <a:latin typeface="Arial"/>
                <a:ea typeface="Arial"/>
                <a:cs typeface="Arial"/>
                <a:sym typeface="Arial"/>
              </a:defRPr>
            </a:lvl2pPr>
            <a:lvl3pPr indent="0" lvl="2" marL="0" marR="0" rtl="0" algn="l">
              <a:spcBef>
                <a:spcPts val="0"/>
              </a:spcBef>
              <a:spcAft>
                <a:spcPts val="0"/>
              </a:spcAft>
              <a:buClr>
                <a:srgbClr val="003264"/>
              </a:buClr>
              <a:buSzPts val="1400"/>
              <a:buFont typeface="Arial"/>
              <a:buNone/>
              <a:defRPr b="0" i="0" sz="2200" u="none" cap="none" strike="noStrike">
                <a:solidFill>
                  <a:srgbClr val="003264"/>
                </a:solidFill>
                <a:latin typeface="Arial"/>
                <a:ea typeface="Arial"/>
                <a:cs typeface="Arial"/>
                <a:sym typeface="Arial"/>
              </a:defRPr>
            </a:lvl3pPr>
            <a:lvl4pPr indent="0" lvl="3" marL="0" marR="0" rtl="0" algn="l">
              <a:spcBef>
                <a:spcPts val="0"/>
              </a:spcBef>
              <a:spcAft>
                <a:spcPts val="0"/>
              </a:spcAft>
              <a:buClr>
                <a:srgbClr val="003264"/>
              </a:buClr>
              <a:buSzPts val="1400"/>
              <a:buFont typeface="Arial"/>
              <a:buNone/>
              <a:defRPr b="0" i="0" sz="2200" u="none" cap="none" strike="noStrike">
                <a:solidFill>
                  <a:srgbClr val="003264"/>
                </a:solidFill>
                <a:latin typeface="Arial"/>
                <a:ea typeface="Arial"/>
                <a:cs typeface="Arial"/>
                <a:sym typeface="Arial"/>
              </a:defRPr>
            </a:lvl4pPr>
            <a:lvl5pPr indent="0" lvl="4" marL="0" marR="0" rtl="0" algn="l">
              <a:spcBef>
                <a:spcPts val="0"/>
              </a:spcBef>
              <a:spcAft>
                <a:spcPts val="0"/>
              </a:spcAft>
              <a:buClr>
                <a:srgbClr val="003264"/>
              </a:buClr>
              <a:buSzPts val="1400"/>
              <a:buFont typeface="Arial"/>
              <a:buNone/>
              <a:defRPr b="0" i="0" sz="2200" u="none" cap="none" strike="noStrike">
                <a:solidFill>
                  <a:srgbClr val="003264"/>
                </a:solidFill>
                <a:latin typeface="Arial"/>
                <a:ea typeface="Arial"/>
                <a:cs typeface="Arial"/>
                <a:sym typeface="Arial"/>
              </a:defRPr>
            </a:lvl5pPr>
            <a:lvl6pPr indent="0" lvl="5" marL="393700" marR="0" rtl="0" algn="l">
              <a:spcBef>
                <a:spcPts val="0"/>
              </a:spcBef>
              <a:spcAft>
                <a:spcPts val="0"/>
              </a:spcAft>
              <a:buClr>
                <a:srgbClr val="003264"/>
              </a:buClr>
              <a:buSzPts val="1400"/>
              <a:buFont typeface="Arial"/>
              <a:buNone/>
              <a:defRPr b="0" i="0" sz="2200" u="none" cap="none" strike="noStrike">
                <a:solidFill>
                  <a:srgbClr val="003264"/>
                </a:solidFill>
                <a:latin typeface="Arial"/>
                <a:ea typeface="Arial"/>
                <a:cs typeface="Arial"/>
                <a:sym typeface="Arial"/>
              </a:defRPr>
            </a:lvl6pPr>
            <a:lvl7pPr indent="0" lvl="6" marL="787400" marR="0" rtl="0" algn="l">
              <a:spcBef>
                <a:spcPts val="0"/>
              </a:spcBef>
              <a:spcAft>
                <a:spcPts val="0"/>
              </a:spcAft>
              <a:buClr>
                <a:srgbClr val="003264"/>
              </a:buClr>
              <a:buSzPts val="1400"/>
              <a:buFont typeface="Arial"/>
              <a:buNone/>
              <a:defRPr b="0" i="0" sz="2200" u="none" cap="none" strike="noStrike">
                <a:solidFill>
                  <a:srgbClr val="003264"/>
                </a:solidFill>
                <a:latin typeface="Arial"/>
                <a:ea typeface="Arial"/>
                <a:cs typeface="Arial"/>
                <a:sym typeface="Arial"/>
              </a:defRPr>
            </a:lvl7pPr>
            <a:lvl8pPr indent="0" lvl="7" marL="1181100" marR="0" rtl="0" algn="l">
              <a:spcBef>
                <a:spcPts val="0"/>
              </a:spcBef>
              <a:spcAft>
                <a:spcPts val="0"/>
              </a:spcAft>
              <a:buClr>
                <a:srgbClr val="003264"/>
              </a:buClr>
              <a:buSzPts val="1400"/>
              <a:buFont typeface="Arial"/>
              <a:buNone/>
              <a:defRPr b="0" i="0" sz="2200" u="none" cap="none" strike="noStrike">
                <a:solidFill>
                  <a:srgbClr val="003264"/>
                </a:solidFill>
                <a:latin typeface="Arial"/>
                <a:ea typeface="Arial"/>
                <a:cs typeface="Arial"/>
                <a:sym typeface="Arial"/>
              </a:defRPr>
            </a:lvl8pPr>
            <a:lvl9pPr indent="0" lvl="8" marL="1574800" marR="0" rtl="0" algn="l">
              <a:spcBef>
                <a:spcPts val="0"/>
              </a:spcBef>
              <a:spcAft>
                <a:spcPts val="0"/>
              </a:spcAft>
              <a:buClr>
                <a:srgbClr val="003264"/>
              </a:buClr>
              <a:buSzPts val="1400"/>
              <a:buFont typeface="Arial"/>
              <a:buNone/>
              <a:defRPr b="0" i="0" sz="2200" u="none" cap="none" strike="noStrike">
                <a:solidFill>
                  <a:srgbClr val="003264"/>
                </a:solidFill>
                <a:latin typeface="Arial"/>
                <a:ea typeface="Arial"/>
                <a:cs typeface="Arial"/>
                <a:sym typeface="Arial"/>
              </a:defRPr>
            </a:lvl9pPr>
          </a:lstStyle>
          <a:p/>
        </p:txBody>
      </p:sp>
      <p:sp>
        <p:nvSpPr>
          <p:cNvPr id="243" name="Google Shape;243;p33"/>
          <p:cNvSpPr/>
          <p:nvPr/>
        </p:nvSpPr>
        <p:spPr>
          <a:xfrm>
            <a:off x="350518" y="737396"/>
            <a:ext cx="465000" cy="0"/>
          </a:xfrm>
          <a:custGeom>
            <a:rect b="b" l="l" r="r" t="t"/>
            <a:pathLst>
              <a:path extrusionOk="0" h="120000" w="120000">
                <a:moveTo>
                  <a:pt x="0" y="0"/>
                </a:moveTo>
                <a:lnTo>
                  <a:pt x="119915" y="0"/>
                </a:lnTo>
              </a:path>
            </a:pathLst>
          </a:custGeom>
          <a:noFill/>
          <a:ln cap="flat" cmpd="sng" w="25400">
            <a:solidFill>
              <a:srgbClr val="00326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Arial"/>
              <a:ea typeface="Arial"/>
              <a:cs typeface="Arial"/>
              <a:sym typeface="Arial"/>
            </a:endParaRPr>
          </a:p>
        </p:txBody>
      </p:sp>
      <p:sp>
        <p:nvSpPr>
          <p:cNvPr id="244" name="Google Shape;244;p33"/>
          <p:cNvSpPr txBox="1"/>
          <p:nvPr>
            <p:ph idx="12" type="sldNum"/>
          </p:nvPr>
        </p:nvSpPr>
        <p:spPr>
          <a:xfrm>
            <a:off x="202621"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u="none" cap="none" strike="noStrike">
                <a:solidFill>
                  <a:schemeClr val="dk2"/>
                </a:solidFill>
              </a:defRPr>
            </a:lvl1pPr>
            <a:lvl2pPr indent="0" lvl="1" marL="0" marR="0" rtl="0" algn="r">
              <a:lnSpc>
                <a:spcPct val="100000"/>
              </a:lnSpc>
              <a:spcBef>
                <a:spcPts val="0"/>
              </a:spcBef>
              <a:spcAft>
                <a:spcPts val="0"/>
              </a:spcAft>
              <a:buClr>
                <a:schemeClr val="dk1"/>
              </a:buClr>
              <a:buFont typeface="Helvetica Neue"/>
              <a:buNone/>
              <a:defRPr b="1" i="0" u="none" cap="none" strike="noStrike">
                <a:solidFill>
                  <a:schemeClr val="dk2"/>
                </a:solidFill>
              </a:defRPr>
            </a:lvl2pPr>
            <a:lvl3pPr indent="0" lvl="2" marL="0" marR="0" rtl="0" algn="r">
              <a:lnSpc>
                <a:spcPct val="100000"/>
              </a:lnSpc>
              <a:spcBef>
                <a:spcPts val="0"/>
              </a:spcBef>
              <a:spcAft>
                <a:spcPts val="0"/>
              </a:spcAft>
              <a:buClr>
                <a:schemeClr val="dk1"/>
              </a:buClr>
              <a:buFont typeface="Helvetica Neue"/>
              <a:buNone/>
              <a:defRPr b="1" i="0" u="none" cap="none" strike="noStrike">
                <a:solidFill>
                  <a:schemeClr val="dk2"/>
                </a:solidFill>
              </a:defRPr>
            </a:lvl3pPr>
            <a:lvl4pPr indent="0" lvl="3" marL="0" marR="0" rtl="0" algn="r">
              <a:lnSpc>
                <a:spcPct val="100000"/>
              </a:lnSpc>
              <a:spcBef>
                <a:spcPts val="0"/>
              </a:spcBef>
              <a:spcAft>
                <a:spcPts val="0"/>
              </a:spcAft>
              <a:buClr>
                <a:schemeClr val="dk1"/>
              </a:buClr>
              <a:buFont typeface="Helvetica Neue"/>
              <a:buNone/>
              <a:defRPr b="1" i="0" u="none" cap="none" strike="noStrike">
                <a:solidFill>
                  <a:schemeClr val="dk2"/>
                </a:solidFill>
              </a:defRPr>
            </a:lvl4pPr>
            <a:lvl5pPr indent="0" lvl="4" marL="0" marR="0" rtl="0" algn="r">
              <a:lnSpc>
                <a:spcPct val="100000"/>
              </a:lnSpc>
              <a:spcBef>
                <a:spcPts val="0"/>
              </a:spcBef>
              <a:spcAft>
                <a:spcPts val="0"/>
              </a:spcAft>
              <a:buClr>
                <a:schemeClr val="dk1"/>
              </a:buClr>
              <a:buFont typeface="Helvetica Neue"/>
              <a:buNone/>
              <a:defRPr b="1" i="0" u="none" cap="none" strike="noStrike">
                <a:solidFill>
                  <a:schemeClr val="dk2"/>
                </a:solidFill>
              </a:defRPr>
            </a:lvl5pPr>
            <a:lvl6pPr indent="0" lvl="5" marL="0" marR="0" rtl="0" algn="r">
              <a:lnSpc>
                <a:spcPct val="100000"/>
              </a:lnSpc>
              <a:spcBef>
                <a:spcPts val="0"/>
              </a:spcBef>
              <a:spcAft>
                <a:spcPts val="0"/>
              </a:spcAft>
              <a:buClr>
                <a:schemeClr val="dk1"/>
              </a:buClr>
              <a:buFont typeface="Helvetica Neue"/>
              <a:buNone/>
              <a:defRPr b="1" i="0" u="none" cap="none" strike="noStrike">
                <a:solidFill>
                  <a:schemeClr val="dk2"/>
                </a:solidFill>
              </a:defRPr>
            </a:lvl6pPr>
            <a:lvl7pPr indent="0" lvl="6" marL="0" marR="0" rtl="0" algn="r">
              <a:lnSpc>
                <a:spcPct val="100000"/>
              </a:lnSpc>
              <a:spcBef>
                <a:spcPts val="0"/>
              </a:spcBef>
              <a:spcAft>
                <a:spcPts val="0"/>
              </a:spcAft>
              <a:buClr>
                <a:schemeClr val="dk1"/>
              </a:buClr>
              <a:buFont typeface="Helvetica Neue"/>
              <a:buNone/>
              <a:defRPr b="1" i="0" u="none" cap="none" strike="noStrike">
                <a:solidFill>
                  <a:schemeClr val="dk2"/>
                </a:solidFill>
              </a:defRPr>
            </a:lvl7pPr>
            <a:lvl8pPr indent="0" lvl="7" marL="0" marR="0" rtl="0" algn="r">
              <a:lnSpc>
                <a:spcPct val="100000"/>
              </a:lnSpc>
              <a:spcBef>
                <a:spcPts val="0"/>
              </a:spcBef>
              <a:spcAft>
                <a:spcPts val="0"/>
              </a:spcAft>
              <a:buClr>
                <a:schemeClr val="dk1"/>
              </a:buClr>
              <a:buFont typeface="Helvetica Neue"/>
              <a:buNone/>
              <a:defRPr b="1" i="0" u="none" cap="none" strike="noStrike">
                <a:solidFill>
                  <a:schemeClr val="dk2"/>
                </a:solidFill>
              </a:defRPr>
            </a:lvl8pPr>
            <a:lvl9pPr indent="0" lvl="8" marL="0" marR="0" rtl="0" algn="r">
              <a:lnSpc>
                <a:spcPct val="100000"/>
              </a:lnSpc>
              <a:spcBef>
                <a:spcPts val="0"/>
              </a:spcBef>
              <a:spcAft>
                <a:spcPts val="0"/>
              </a:spcAft>
              <a:buClr>
                <a:schemeClr val="dk1"/>
              </a:buClr>
              <a:buFont typeface="Helvetica Neue"/>
              <a:buNone/>
              <a:defRPr b="1" i="0" u="none" cap="none" strike="noStrike">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theme" Target="../theme/theme1.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image" Target="../media/image17.jpg"/><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slideLayout" Target="../slideLayouts/slideLayout29.xml"/><Relationship Id="rId14" Type="http://schemas.openxmlformats.org/officeDocument/2006/relationships/slideLayout" Target="../slideLayouts/slideLayout28.xml"/><Relationship Id="rId17" Type="http://schemas.openxmlformats.org/officeDocument/2006/relationships/slideLayout" Target="../slideLayouts/slideLayout31.xml"/><Relationship Id="rId16" Type="http://schemas.openxmlformats.org/officeDocument/2006/relationships/slideLayout" Target="../slideLayouts/slideLayout30.xml"/><Relationship Id="rId5" Type="http://schemas.openxmlformats.org/officeDocument/2006/relationships/slideLayout" Target="../slideLayouts/slideLayout19.xml"/><Relationship Id="rId6" Type="http://schemas.openxmlformats.org/officeDocument/2006/relationships/slideLayout" Target="../slideLayouts/slideLayout20.xml"/><Relationship Id="rId18" Type="http://schemas.openxmlformats.org/officeDocument/2006/relationships/theme" Target="../theme/theme3.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443985" y="4682216"/>
            <a:ext cx="6803998" cy="3096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Roboto"/>
              <a:ea typeface="Roboto"/>
              <a:cs typeface="Roboto"/>
              <a:sym typeface="Roboto"/>
            </a:endParaRPr>
          </a:p>
        </p:txBody>
      </p:sp>
      <p:sp>
        <p:nvSpPr>
          <p:cNvPr id="11" name="Google Shape;11;p1"/>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b="0" sz="1400">
              <a:solidFill>
                <a:srgbClr val="000000"/>
              </a:solidFill>
              <a:latin typeface="Arial"/>
              <a:ea typeface="Arial"/>
              <a:cs typeface="Arial"/>
              <a:sym typeface="Arial"/>
            </a:endParaRPr>
          </a:p>
        </p:txBody>
      </p:sp>
      <p:sp>
        <p:nvSpPr>
          <p:cNvPr id="12" name="Google Shape;12;p1"/>
          <p:cNvSpPr txBox="1"/>
          <p:nvPr/>
        </p:nvSpPr>
        <p:spPr>
          <a:xfrm>
            <a:off x="2465760" y="4577110"/>
            <a:ext cx="40500" cy="95100"/>
          </a:xfrm>
          <a:prstGeom prst="rect">
            <a:avLst/>
          </a:prstGeom>
          <a:noFill/>
          <a:ln>
            <a:noFill/>
          </a:ln>
        </p:spPr>
        <p:txBody>
          <a:bodyPr anchorCtr="0" anchor="t" bIns="0" lIns="0" spcFirstLastPara="1" rIns="0" wrap="square" tIns="0">
            <a:noAutofit/>
          </a:bodyPr>
          <a:lstStyle/>
          <a:p>
            <a:pPr indent="0" lvl="0" marL="12700" marR="0" rtl="0" algn="l">
              <a:lnSpc>
                <a:spcPct val="100000"/>
              </a:lnSpc>
              <a:spcBef>
                <a:spcPts val="0"/>
              </a:spcBef>
              <a:spcAft>
                <a:spcPts val="0"/>
              </a:spcAft>
              <a:buClr>
                <a:srgbClr val="3760A4"/>
              </a:buClr>
              <a:buFont typeface="Arial"/>
              <a:buNone/>
            </a:pPr>
            <a:r>
              <a:rPr b="0" i="0" lang="en-GB" sz="600" u="none" cap="none" strike="noStrike">
                <a:solidFill>
                  <a:srgbClr val="3760A4"/>
                </a:solidFill>
                <a:latin typeface="Roboto"/>
                <a:ea typeface="Roboto"/>
                <a:cs typeface="Roboto"/>
                <a:sym typeface="Roboto"/>
              </a:rPr>
              <a:t>I</a:t>
            </a:r>
            <a:endParaRPr/>
          </a:p>
        </p:txBody>
      </p:sp>
      <p:sp>
        <p:nvSpPr>
          <p:cNvPr id="13" name="Google Shape;13;p1"/>
          <p:cNvSpPr/>
          <p:nvPr/>
        </p:nvSpPr>
        <p:spPr>
          <a:xfrm>
            <a:off x="830900" y="4755255"/>
            <a:ext cx="0" cy="179100"/>
          </a:xfrm>
          <a:custGeom>
            <a:rect b="b" l="l" r="r" t="t"/>
            <a:pathLst>
              <a:path extrusionOk="0" h="120000" w="120000">
                <a:moveTo>
                  <a:pt x="0" y="0"/>
                </a:moveTo>
                <a:lnTo>
                  <a:pt x="0" y="119671"/>
                </a:lnTo>
              </a:path>
            </a:pathLst>
          </a:custGeom>
          <a:noFill/>
          <a:ln cap="flat" cmpd="sng" w="127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Roboto"/>
              <a:ea typeface="Roboto"/>
              <a:cs typeface="Roboto"/>
              <a:sym typeface="Roboto"/>
            </a:endParaRPr>
          </a:p>
        </p:txBody>
      </p:sp>
      <p:sp>
        <p:nvSpPr>
          <p:cNvPr id="14" name="Google Shape;14;p1"/>
          <p:cNvSpPr/>
          <p:nvPr/>
        </p:nvSpPr>
        <p:spPr>
          <a:xfrm>
            <a:off x="3995935" y="4755255"/>
            <a:ext cx="0" cy="179100"/>
          </a:xfrm>
          <a:custGeom>
            <a:rect b="b" l="l" r="r" t="t"/>
            <a:pathLst>
              <a:path extrusionOk="0" h="120000" w="120000">
                <a:moveTo>
                  <a:pt x="0" y="0"/>
                </a:moveTo>
                <a:lnTo>
                  <a:pt x="0" y="119671"/>
                </a:lnTo>
              </a:path>
            </a:pathLst>
          </a:custGeom>
          <a:noFill/>
          <a:ln cap="flat" cmpd="sng" w="127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Roboto"/>
              <a:ea typeface="Roboto"/>
              <a:cs typeface="Roboto"/>
              <a:sym typeface="Roboto"/>
            </a:endParaRPr>
          </a:p>
        </p:txBody>
      </p:sp>
      <p:sp>
        <p:nvSpPr>
          <p:cNvPr id="15" name="Google Shape;15;p1"/>
          <p:cNvSpPr txBox="1"/>
          <p:nvPr/>
        </p:nvSpPr>
        <p:spPr>
          <a:xfrm>
            <a:off x="1030975" y="4699050"/>
            <a:ext cx="2783400" cy="22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760A4"/>
              </a:buClr>
              <a:buFont typeface="Helvetica Neue"/>
              <a:buNone/>
            </a:pPr>
            <a:r>
              <a:rPr lang="en-GB" sz="850">
                <a:solidFill>
                  <a:srgbClr val="3760A4"/>
                </a:solidFill>
                <a:latin typeface="Roboto"/>
                <a:ea typeface="Roboto"/>
                <a:cs typeface="Roboto"/>
                <a:sym typeface="Roboto"/>
              </a:rPr>
              <a:t>24/10/2017</a:t>
            </a:r>
            <a:endParaRPr/>
          </a:p>
          <a:p>
            <a:pPr indent="0" lvl="0" marL="0" marR="0" rtl="0" algn="l">
              <a:lnSpc>
                <a:spcPct val="100000"/>
              </a:lnSpc>
              <a:spcBef>
                <a:spcPts val="0"/>
              </a:spcBef>
              <a:spcAft>
                <a:spcPts val="0"/>
              </a:spcAft>
              <a:buClr>
                <a:srgbClr val="3760A4"/>
              </a:buClr>
              <a:buFont typeface="Helvetica Neue"/>
              <a:buNone/>
            </a:pPr>
            <a:r>
              <a:rPr lang="en-GB" sz="850">
                <a:solidFill>
                  <a:srgbClr val="3760A4"/>
                </a:solidFill>
                <a:latin typeface="Roboto"/>
                <a:ea typeface="Roboto"/>
                <a:cs typeface="Roboto"/>
                <a:sym typeface="Roboto"/>
              </a:rPr>
              <a:t>R. FOKOUOP</a:t>
            </a:r>
            <a:r>
              <a:rPr b="0" i="0" lang="en-GB" sz="850" u="none" cap="none" strike="noStrike">
                <a:solidFill>
                  <a:srgbClr val="3760A4"/>
                </a:solidFill>
                <a:latin typeface="Roboto"/>
                <a:ea typeface="Roboto"/>
                <a:cs typeface="Roboto"/>
                <a:sym typeface="Roboto"/>
              </a:rPr>
              <a:t>     </a:t>
            </a:r>
            <a:r>
              <a:rPr b="0" i="0" lang="en-GB" sz="1000" u="none" cap="none" strike="noStrike">
                <a:solidFill>
                  <a:srgbClr val="3760A4"/>
                </a:solidFill>
                <a:latin typeface="Roboto"/>
                <a:ea typeface="Roboto"/>
                <a:cs typeface="Roboto"/>
                <a:sym typeface="Roboto"/>
              </a:rPr>
              <a:t>•</a:t>
            </a:r>
            <a:r>
              <a:rPr b="0" i="0" lang="en-GB" sz="850" u="none" cap="none" strike="noStrike">
                <a:solidFill>
                  <a:srgbClr val="3760A4"/>
                </a:solidFill>
                <a:latin typeface="Roboto"/>
                <a:ea typeface="Roboto"/>
                <a:cs typeface="Roboto"/>
                <a:sym typeface="Roboto"/>
              </a:rPr>
              <a:t>      </a:t>
            </a:r>
            <a:r>
              <a:rPr lang="en-GB" sz="850">
                <a:solidFill>
                  <a:srgbClr val="3760A4"/>
                </a:solidFill>
                <a:latin typeface="Roboto"/>
                <a:ea typeface="Roboto"/>
                <a:cs typeface="Roboto"/>
                <a:sym typeface="Roboto"/>
              </a:rPr>
              <a:t>Computationnal &amp; Data Science Group</a:t>
            </a:r>
            <a:endParaRPr/>
          </a:p>
        </p:txBody>
      </p:sp>
      <p:sp>
        <p:nvSpPr>
          <p:cNvPr id="16" name="Google Shape;16;p1"/>
          <p:cNvSpPr txBox="1"/>
          <p:nvPr/>
        </p:nvSpPr>
        <p:spPr>
          <a:xfrm>
            <a:off x="4095701" y="4698105"/>
            <a:ext cx="3126899" cy="22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760A4"/>
              </a:buClr>
              <a:buFont typeface="Helvetica Neue"/>
              <a:buNone/>
            </a:pPr>
            <a:r>
              <a:rPr lang="en-GB" sz="850">
                <a:solidFill>
                  <a:srgbClr val="3760A4"/>
                </a:solidFill>
                <a:latin typeface="Roboto"/>
                <a:ea typeface="Roboto"/>
                <a:cs typeface="Roboto"/>
                <a:sym typeface="Roboto"/>
              </a:rPr>
              <a:t>SC review of the Inventory Routing Problem: Follow-up of the EURO/ROADEF Challenge 2016 Organize by Air Liquide</a:t>
            </a:r>
            <a:endParaRPr/>
          </a:p>
        </p:txBody>
      </p:sp>
      <p:sp>
        <p:nvSpPr>
          <p:cNvPr id="17" name="Google Shape;17;p1"/>
          <p:cNvSpPr/>
          <p:nvPr/>
        </p:nvSpPr>
        <p:spPr>
          <a:xfrm>
            <a:off x="352651" y="4530175"/>
            <a:ext cx="1991700" cy="165600"/>
          </a:xfrm>
          <a:prstGeom prst="rect">
            <a:avLst/>
          </a:prstGeom>
          <a:noFill/>
          <a:ln>
            <a:noFill/>
          </a:ln>
        </p:spPr>
        <p:txBody>
          <a:bodyPr anchorCtr="0" anchor="t" bIns="39325" lIns="78700" spcFirstLastPara="1" rIns="78700" wrap="square" tIns="39325">
            <a:noAutofit/>
          </a:bodyPr>
          <a:lstStyle/>
          <a:p>
            <a:pPr indent="0" lvl="0" marL="12700" marR="0" rtl="0" algn="l">
              <a:lnSpc>
                <a:spcPct val="100000"/>
              </a:lnSpc>
              <a:spcBef>
                <a:spcPts val="0"/>
              </a:spcBef>
              <a:spcAft>
                <a:spcPts val="0"/>
              </a:spcAft>
              <a:buClr>
                <a:srgbClr val="3760A4"/>
              </a:buClr>
              <a:buFont typeface="Helvetica Neue"/>
              <a:buNone/>
            </a:pPr>
            <a:r>
              <a:rPr b="1" i="0" lang="en-GB" sz="650" u="none" cap="none" strike="noStrike">
                <a:solidFill>
                  <a:srgbClr val="3760A4"/>
                </a:solidFill>
                <a:latin typeface="Roboto"/>
                <a:ea typeface="Roboto"/>
                <a:cs typeface="Roboto"/>
                <a:sym typeface="Roboto"/>
              </a:rPr>
              <a:t>THIS  DOCUMENT  IS  </a:t>
            </a:r>
            <a:r>
              <a:rPr b="1" i="0" lang="en-GB" sz="650" u="none" cap="none" strike="noStrike">
                <a:solidFill>
                  <a:srgbClr val="7EA243"/>
                </a:solidFill>
                <a:latin typeface="Roboto"/>
                <a:ea typeface="Roboto"/>
                <a:cs typeface="Roboto"/>
                <a:sym typeface="Roboto"/>
              </a:rPr>
              <a:t>•INTERNAL</a:t>
            </a:r>
            <a:endParaRPr/>
          </a:p>
          <a:p>
            <a:pPr indent="0" lvl="0" marL="12700" marR="0" rtl="0" algn="l">
              <a:lnSpc>
                <a:spcPct val="100000"/>
              </a:lnSpc>
              <a:spcBef>
                <a:spcPts val="0"/>
              </a:spcBef>
              <a:spcAft>
                <a:spcPts val="0"/>
              </a:spcAft>
              <a:buClr>
                <a:srgbClr val="3760A4"/>
              </a:buClr>
              <a:buFont typeface="Helvetica Neue"/>
              <a:buNone/>
            </a:pPr>
            <a:r>
              <a:t/>
            </a:r>
            <a:endParaRPr b="1" i="0" sz="650" u="none" cap="none" strike="noStrike">
              <a:solidFill>
                <a:srgbClr val="3760A4"/>
              </a:solidFill>
              <a:latin typeface="Roboto"/>
              <a:ea typeface="Roboto"/>
              <a:cs typeface="Roboto"/>
              <a:sym typeface="Roboto"/>
            </a:endParaRPr>
          </a:p>
        </p:txBody>
      </p:sp>
      <p:sp>
        <p:nvSpPr>
          <p:cNvPr id="18" name="Google Shape;18;p1"/>
          <p:cNvSpPr txBox="1"/>
          <p:nvPr/>
        </p:nvSpPr>
        <p:spPr>
          <a:xfrm>
            <a:off x="3226708" y="4565110"/>
            <a:ext cx="4299900" cy="86100"/>
          </a:xfrm>
          <a:prstGeom prst="rect">
            <a:avLst/>
          </a:prstGeom>
          <a:noFill/>
          <a:ln>
            <a:noFill/>
          </a:ln>
        </p:spPr>
        <p:txBody>
          <a:bodyPr anchorCtr="0" anchor="t" bIns="0" lIns="0" spcFirstLastPara="1" rIns="0" wrap="square" tIns="0">
            <a:noAutofit/>
          </a:bodyPr>
          <a:lstStyle/>
          <a:p>
            <a:pPr indent="0" lvl="0" marL="12700" marR="0" rtl="0" algn="l">
              <a:lnSpc>
                <a:spcPct val="100000"/>
              </a:lnSpc>
              <a:spcBef>
                <a:spcPts val="0"/>
              </a:spcBef>
              <a:spcAft>
                <a:spcPts val="0"/>
              </a:spcAft>
              <a:buClr>
                <a:srgbClr val="3760A4"/>
              </a:buClr>
              <a:buFont typeface="Helvetica Neue"/>
              <a:buNone/>
            </a:pPr>
            <a:r>
              <a:rPr b="1" i="0" lang="en-GB" sz="650" u="none" cap="none" strike="noStrike">
                <a:solidFill>
                  <a:srgbClr val="3760A4"/>
                </a:solidFill>
                <a:latin typeface="Roboto"/>
                <a:ea typeface="Roboto"/>
                <a:cs typeface="Roboto"/>
                <a:sym typeface="Roboto"/>
              </a:rPr>
              <a:t>AIR LIQUIDE</a:t>
            </a:r>
            <a:r>
              <a:rPr b="0" i="0" lang="en-GB" sz="650" u="none" cap="none" strike="noStrike">
                <a:solidFill>
                  <a:srgbClr val="3760A4"/>
                </a:solidFill>
                <a:latin typeface="Roboto"/>
                <a:ea typeface="Roboto"/>
                <a:cs typeface="Roboto"/>
                <a:sym typeface="Roboto"/>
              </a:rPr>
              <a:t>, THE WORLD  LEADER IN GASES, TECHNOLOGIES AND SERVICES FOR INDUSTRY AND HEALTH </a:t>
            </a:r>
            <a:endParaRPr/>
          </a:p>
        </p:txBody>
      </p:sp>
      <p:pic>
        <p:nvPicPr>
          <p:cNvPr id="19" name="Google Shape;19;p1"/>
          <p:cNvPicPr preferRelativeResize="0"/>
          <p:nvPr/>
        </p:nvPicPr>
        <p:blipFill rotWithShape="1">
          <a:blip r:embed="rId1">
            <a:alphaModFix/>
          </a:blip>
          <a:srcRect b="0" l="0" r="0" t="0"/>
          <a:stretch/>
        </p:blipFill>
        <p:spPr>
          <a:xfrm>
            <a:off x="7322375" y="4570502"/>
            <a:ext cx="1743623" cy="53303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17"/>
          <p:cNvSpPr/>
          <p:nvPr/>
        </p:nvSpPr>
        <p:spPr>
          <a:xfrm>
            <a:off x="443985" y="4682216"/>
            <a:ext cx="6804000" cy="3096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Roboto"/>
              <a:ea typeface="Roboto"/>
              <a:cs typeface="Roboto"/>
              <a:sym typeface="Roboto"/>
            </a:endParaRPr>
          </a:p>
        </p:txBody>
      </p:sp>
      <p:sp>
        <p:nvSpPr>
          <p:cNvPr id="127" name="Google Shape;127;p17"/>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lvl1pPr indent="0" lvl="0"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chemeClr val="dk1"/>
              </a:buClr>
              <a:buFont typeface="Helvetica Neue"/>
              <a:buNone/>
              <a:defRPr b="1" i="0" sz="9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b="0" sz="1400">
              <a:solidFill>
                <a:srgbClr val="000000"/>
              </a:solidFill>
              <a:latin typeface="Arial"/>
              <a:ea typeface="Arial"/>
              <a:cs typeface="Arial"/>
              <a:sym typeface="Arial"/>
            </a:endParaRPr>
          </a:p>
        </p:txBody>
      </p:sp>
      <p:sp>
        <p:nvSpPr>
          <p:cNvPr id="128" name="Google Shape;128;p17"/>
          <p:cNvSpPr txBox="1"/>
          <p:nvPr/>
        </p:nvSpPr>
        <p:spPr>
          <a:xfrm>
            <a:off x="2465760" y="4577110"/>
            <a:ext cx="40500" cy="95100"/>
          </a:xfrm>
          <a:prstGeom prst="rect">
            <a:avLst/>
          </a:prstGeom>
          <a:noFill/>
          <a:ln>
            <a:noFill/>
          </a:ln>
        </p:spPr>
        <p:txBody>
          <a:bodyPr anchorCtr="0" anchor="t" bIns="0" lIns="0" spcFirstLastPara="1" rIns="0" wrap="square" tIns="0">
            <a:noAutofit/>
          </a:bodyPr>
          <a:lstStyle/>
          <a:p>
            <a:pPr indent="0" lvl="0" marL="12700" marR="0" rtl="0" algn="l">
              <a:lnSpc>
                <a:spcPct val="100000"/>
              </a:lnSpc>
              <a:spcBef>
                <a:spcPts val="0"/>
              </a:spcBef>
              <a:spcAft>
                <a:spcPts val="0"/>
              </a:spcAft>
              <a:buClr>
                <a:srgbClr val="3760A4"/>
              </a:buClr>
              <a:buFont typeface="Arial"/>
              <a:buNone/>
            </a:pPr>
            <a:r>
              <a:rPr b="0" i="0" lang="en-GB" sz="600" u="none" cap="none" strike="noStrike">
                <a:solidFill>
                  <a:srgbClr val="3760A4"/>
                </a:solidFill>
                <a:latin typeface="Roboto"/>
                <a:ea typeface="Roboto"/>
                <a:cs typeface="Roboto"/>
                <a:sym typeface="Roboto"/>
              </a:rPr>
              <a:t>I</a:t>
            </a:r>
            <a:endParaRPr/>
          </a:p>
        </p:txBody>
      </p:sp>
      <p:sp>
        <p:nvSpPr>
          <p:cNvPr id="129" name="Google Shape;129;p17"/>
          <p:cNvSpPr/>
          <p:nvPr/>
        </p:nvSpPr>
        <p:spPr>
          <a:xfrm>
            <a:off x="830900" y="4755255"/>
            <a:ext cx="0" cy="179100"/>
          </a:xfrm>
          <a:custGeom>
            <a:rect b="b" l="l" r="r" t="t"/>
            <a:pathLst>
              <a:path extrusionOk="0" h="120000" w="120000">
                <a:moveTo>
                  <a:pt x="0" y="0"/>
                </a:moveTo>
                <a:lnTo>
                  <a:pt x="0" y="119671"/>
                </a:lnTo>
              </a:path>
            </a:pathLst>
          </a:custGeom>
          <a:noFill/>
          <a:ln cap="flat" cmpd="sng" w="127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Roboto"/>
              <a:ea typeface="Roboto"/>
              <a:cs typeface="Roboto"/>
              <a:sym typeface="Roboto"/>
            </a:endParaRPr>
          </a:p>
        </p:txBody>
      </p:sp>
      <p:sp>
        <p:nvSpPr>
          <p:cNvPr id="130" name="Google Shape;130;p17"/>
          <p:cNvSpPr/>
          <p:nvPr/>
        </p:nvSpPr>
        <p:spPr>
          <a:xfrm>
            <a:off x="3995935" y="4755255"/>
            <a:ext cx="0" cy="179100"/>
          </a:xfrm>
          <a:custGeom>
            <a:rect b="b" l="l" r="r" t="t"/>
            <a:pathLst>
              <a:path extrusionOk="0" h="120000" w="120000">
                <a:moveTo>
                  <a:pt x="0" y="0"/>
                </a:moveTo>
                <a:lnTo>
                  <a:pt x="0" y="119671"/>
                </a:lnTo>
              </a:path>
            </a:pathLst>
          </a:custGeom>
          <a:noFill/>
          <a:ln cap="flat" cmpd="sng" w="12700">
            <a:solidFill>
              <a:srgbClr val="3760A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chemeClr val="dk1"/>
              </a:solidFill>
              <a:latin typeface="Roboto"/>
              <a:ea typeface="Roboto"/>
              <a:cs typeface="Roboto"/>
              <a:sym typeface="Roboto"/>
            </a:endParaRPr>
          </a:p>
        </p:txBody>
      </p:sp>
      <p:sp>
        <p:nvSpPr>
          <p:cNvPr id="131" name="Google Shape;131;p17"/>
          <p:cNvSpPr txBox="1"/>
          <p:nvPr/>
        </p:nvSpPr>
        <p:spPr>
          <a:xfrm>
            <a:off x="1030975" y="4699050"/>
            <a:ext cx="2783400" cy="22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760A4"/>
              </a:buClr>
              <a:buFont typeface="Helvetica Neue"/>
              <a:buNone/>
            </a:pPr>
            <a:r>
              <a:rPr lang="en-GB" sz="850">
                <a:solidFill>
                  <a:srgbClr val="3760A4"/>
                </a:solidFill>
                <a:latin typeface="Roboto"/>
                <a:ea typeface="Roboto"/>
                <a:cs typeface="Roboto"/>
                <a:sym typeface="Roboto"/>
              </a:rPr>
              <a:t>26/09/2017</a:t>
            </a:r>
            <a:endParaRPr/>
          </a:p>
          <a:p>
            <a:pPr indent="0" lvl="0" marL="0" marR="0" rtl="0" algn="l">
              <a:lnSpc>
                <a:spcPct val="100000"/>
              </a:lnSpc>
              <a:spcBef>
                <a:spcPts val="0"/>
              </a:spcBef>
              <a:spcAft>
                <a:spcPts val="0"/>
              </a:spcAft>
              <a:buClr>
                <a:srgbClr val="3760A4"/>
              </a:buClr>
              <a:buFont typeface="Helvetica Neue"/>
              <a:buNone/>
            </a:pPr>
            <a:r>
              <a:rPr lang="en-GB" sz="850">
                <a:solidFill>
                  <a:srgbClr val="3760A4"/>
                </a:solidFill>
                <a:latin typeface="Roboto"/>
                <a:ea typeface="Roboto"/>
                <a:cs typeface="Roboto"/>
                <a:sym typeface="Roboto"/>
              </a:rPr>
              <a:t>R. FOKOUOP</a:t>
            </a:r>
            <a:r>
              <a:rPr b="0" i="0" lang="en-GB" sz="850" u="none" cap="none" strike="noStrike">
                <a:solidFill>
                  <a:srgbClr val="3760A4"/>
                </a:solidFill>
                <a:latin typeface="Roboto"/>
                <a:ea typeface="Roboto"/>
                <a:cs typeface="Roboto"/>
                <a:sym typeface="Roboto"/>
              </a:rPr>
              <a:t>     </a:t>
            </a:r>
            <a:r>
              <a:rPr b="0" i="0" lang="en-GB" sz="1000" u="none" cap="none" strike="noStrike">
                <a:solidFill>
                  <a:srgbClr val="3760A4"/>
                </a:solidFill>
                <a:latin typeface="Roboto"/>
                <a:ea typeface="Roboto"/>
                <a:cs typeface="Roboto"/>
                <a:sym typeface="Roboto"/>
              </a:rPr>
              <a:t>•</a:t>
            </a:r>
            <a:r>
              <a:rPr b="0" i="0" lang="en-GB" sz="850" u="none" cap="none" strike="noStrike">
                <a:solidFill>
                  <a:srgbClr val="3760A4"/>
                </a:solidFill>
                <a:latin typeface="Roboto"/>
                <a:ea typeface="Roboto"/>
                <a:cs typeface="Roboto"/>
                <a:sym typeface="Roboto"/>
              </a:rPr>
              <a:t>      </a:t>
            </a:r>
            <a:r>
              <a:rPr lang="en-GB" sz="850">
                <a:solidFill>
                  <a:srgbClr val="3760A4"/>
                </a:solidFill>
                <a:latin typeface="Roboto"/>
                <a:ea typeface="Roboto"/>
                <a:cs typeface="Roboto"/>
                <a:sym typeface="Roboto"/>
              </a:rPr>
              <a:t>Computationnal &amp; Data Science Group</a:t>
            </a:r>
            <a:endParaRPr/>
          </a:p>
        </p:txBody>
      </p:sp>
      <p:sp>
        <p:nvSpPr>
          <p:cNvPr id="132" name="Google Shape;132;p17"/>
          <p:cNvSpPr txBox="1"/>
          <p:nvPr/>
        </p:nvSpPr>
        <p:spPr>
          <a:xfrm>
            <a:off x="4095701" y="4698105"/>
            <a:ext cx="3126900" cy="22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760A4"/>
              </a:buClr>
              <a:buFont typeface="Helvetica Neue"/>
              <a:buNone/>
            </a:pPr>
            <a:r>
              <a:rPr lang="en-GB" sz="850">
                <a:solidFill>
                  <a:srgbClr val="3760A4"/>
                </a:solidFill>
                <a:latin typeface="Roboto"/>
                <a:ea typeface="Roboto"/>
                <a:cs typeface="Roboto"/>
                <a:sym typeface="Roboto"/>
              </a:rPr>
              <a:t>SC review of supply chain of the future: Virtualisation of filling centers</a:t>
            </a:r>
            <a:endParaRPr/>
          </a:p>
        </p:txBody>
      </p:sp>
      <p:sp>
        <p:nvSpPr>
          <p:cNvPr id="133" name="Google Shape;133;p17"/>
          <p:cNvSpPr/>
          <p:nvPr/>
        </p:nvSpPr>
        <p:spPr>
          <a:xfrm>
            <a:off x="352651" y="4530175"/>
            <a:ext cx="1991700" cy="165600"/>
          </a:xfrm>
          <a:prstGeom prst="rect">
            <a:avLst/>
          </a:prstGeom>
          <a:noFill/>
          <a:ln>
            <a:noFill/>
          </a:ln>
        </p:spPr>
        <p:txBody>
          <a:bodyPr anchorCtr="0" anchor="t" bIns="39325" lIns="78700" spcFirstLastPara="1" rIns="78700" wrap="square" tIns="39325">
            <a:noAutofit/>
          </a:bodyPr>
          <a:lstStyle/>
          <a:p>
            <a:pPr indent="0" lvl="0" marL="12700" marR="0" rtl="0" algn="l">
              <a:lnSpc>
                <a:spcPct val="100000"/>
              </a:lnSpc>
              <a:spcBef>
                <a:spcPts val="0"/>
              </a:spcBef>
              <a:spcAft>
                <a:spcPts val="0"/>
              </a:spcAft>
              <a:buClr>
                <a:srgbClr val="3760A4"/>
              </a:buClr>
              <a:buFont typeface="Helvetica Neue"/>
              <a:buNone/>
            </a:pPr>
            <a:r>
              <a:rPr b="1" i="0" lang="en-GB" sz="650" u="none" cap="none" strike="noStrike">
                <a:solidFill>
                  <a:srgbClr val="3760A4"/>
                </a:solidFill>
                <a:latin typeface="Roboto"/>
                <a:ea typeface="Roboto"/>
                <a:cs typeface="Roboto"/>
                <a:sym typeface="Roboto"/>
              </a:rPr>
              <a:t>THIS  DOCUMENT  IS  </a:t>
            </a:r>
            <a:r>
              <a:rPr b="1" i="0" lang="en-GB" sz="650" u="none" cap="none" strike="noStrike">
                <a:solidFill>
                  <a:srgbClr val="7EA243"/>
                </a:solidFill>
                <a:latin typeface="Roboto"/>
                <a:ea typeface="Roboto"/>
                <a:cs typeface="Roboto"/>
                <a:sym typeface="Roboto"/>
              </a:rPr>
              <a:t>•INTERNAL</a:t>
            </a:r>
            <a:endParaRPr/>
          </a:p>
          <a:p>
            <a:pPr indent="0" lvl="0" marL="12700" marR="0" rtl="0" algn="l">
              <a:lnSpc>
                <a:spcPct val="100000"/>
              </a:lnSpc>
              <a:spcBef>
                <a:spcPts val="0"/>
              </a:spcBef>
              <a:spcAft>
                <a:spcPts val="0"/>
              </a:spcAft>
              <a:buClr>
                <a:srgbClr val="3760A4"/>
              </a:buClr>
              <a:buFont typeface="Helvetica Neue"/>
              <a:buNone/>
            </a:pPr>
            <a:r>
              <a:t/>
            </a:r>
            <a:endParaRPr b="1" i="0" sz="650" u="none" cap="none" strike="noStrike">
              <a:solidFill>
                <a:srgbClr val="3760A4"/>
              </a:solidFill>
              <a:latin typeface="Roboto"/>
              <a:ea typeface="Roboto"/>
              <a:cs typeface="Roboto"/>
              <a:sym typeface="Roboto"/>
            </a:endParaRPr>
          </a:p>
        </p:txBody>
      </p:sp>
      <p:sp>
        <p:nvSpPr>
          <p:cNvPr id="134" name="Google Shape;134;p17"/>
          <p:cNvSpPr txBox="1"/>
          <p:nvPr/>
        </p:nvSpPr>
        <p:spPr>
          <a:xfrm>
            <a:off x="3226708" y="4565110"/>
            <a:ext cx="4299900" cy="86100"/>
          </a:xfrm>
          <a:prstGeom prst="rect">
            <a:avLst/>
          </a:prstGeom>
          <a:noFill/>
          <a:ln>
            <a:noFill/>
          </a:ln>
        </p:spPr>
        <p:txBody>
          <a:bodyPr anchorCtr="0" anchor="t" bIns="0" lIns="0" spcFirstLastPara="1" rIns="0" wrap="square" tIns="0">
            <a:noAutofit/>
          </a:bodyPr>
          <a:lstStyle/>
          <a:p>
            <a:pPr indent="0" lvl="0" marL="12700" marR="0" rtl="0" algn="l">
              <a:lnSpc>
                <a:spcPct val="100000"/>
              </a:lnSpc>
              <a:spcBef>
                <a:spcPts val="0"/>
              </a:spcBef>
              <a:spcAft>
                <a:spcPts val="0"/>
              </a:spcAft>
              <a:buClr>
                <a:srgbClr val="3760A4"/>
              </a:buClr>
              <a:buFont typeface="Helvetica Neue"/>
              <a:buNone/>
            </a:pPr>
            <a:r>
              <a:rPr b="1" i="0" lang="en-GB" sz="650" u="none" cap="none" strike="noStrike">
                <a:solidFill>
                  <a:srgbClr val="3760A4"/>
                </a:solidFill>
                <a:latin typeface="Roboto"/>
                <a:ea typeface="Roboto"/>
                <a:cs typeface="Roboto"/>
                <a:sym typeface="Roboto"/>
              </a:rPr>
              <a:t>AIR LIQUIDE</a:t>
            </a:r>
            <a:r>
              <a:rPr b="0" i="0" lang="en-GB" sz="650" u="none" cap="none" strike="noStrike">
                <a:solidFill>
                  <a:srgbClr val="3760A4"/>
                </a:solidFill>
                <a:latin typeface="Roboto"/>
                <a:ea typeface="Roboto"/>
                <a:cs typeface="Roboto"/>
                <a:sym typeface="Roboto"/>
              </a:rPr>
              <a:t>, THE WORLD  LEADER IN GASES, TECHNOLOGIES AND SERVICES FOR INDUSTRY AND HEALTH </a:t>
            </a:r>
            <a:endParaRPr/>
          </a:p>
        </p:txBody>
      </p:sp>
      <p:pic>
        <p:nvPicPr>
          <p:cNvPr id="135" name="Google Shape;135;p17"/>
          <p:cNvPicPr preferRelativeResize="0"/>
          <p:nvPr/>
        </p:nvPicPr>
        <p:blipFill rotWithShape="1">
          <a:blip r:embed="rId1">
            <a:alphaModFix/>
          </a:blip>
          <a:srcRect b="0" l="0" r="0" t="0"/>
          <a:stretch/>
        </p:blipFill>
        <p:spPr>
          <a:xfrm>
            <a:off x="7322375" y="4570502"/>
            <a:ext cx="1743600" cy="5331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0" Type="http://schemas.openxmlformats.org/officeDocument/2006/relationships/image" Target="../media/image18.png"/><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hyperlink" Target="http://challenge.roadef.org/2016/en/index.php" TargetMode="External"/><Relationship Id="rId4" Type="http://schemas.openxmlformats.org/officeDocument/2006/relationships/image" Target="../media/image28.png"/><Relationship Id="rId9" Type="http://schemas.openxmlformats.org/officeDocument/2006/relationships/image" Target="../media/image12.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11.pn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20.png"/><Relationship Id="rId5" Type="http://schemas.openxmlformats.org/officeDocument/2006/relationships/image" Target="../media/image13.png"/><Relationship Id="rId6" Type="http://schemas.openxmlformats.org/officeDocument/2006/relationships/image" Target="../media/image33.png"/><Relationship Id="rId7" Type="http://schemas.openxmlformats.org/officeDocument/2006/relationships/image" Target="../media/image21.png"/><Relationship Id="rId8"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34.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49.png"/><Relationship Id="rId4" Type="http://schemas.openxmlformats.org/officeDocument/2006/relationships/image" Target="../media/image26.png"/><Relationship Id="rId5" Type="http://schemas.openxmlformats.org/officeDocument/2006/relationships/image" Target="../media/image29.png"/></Relationships>
</file>

<file path=ppt/slides/_rels/slide18.xml.rels><?xml version="1.0" encoding="UTF-8" standalone="yes"?><Relationships xmlns="http://schemas.openxmlformats.org/package/2006/relationships"><Relationship Id="rId10" Type="http://schemas.openxmlformats.org/officeDocument/2006/relationships/image" Target="../media/image41.png"/><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38.png"/><Relationship Id="rId9" Type="http://schemas.openxmlformats.org/officeDocument/2006/relationships/image" Target="../media/image35.png"/><Relationship Id="rId5" Type="http://schemas.openxmlformats.org/officeDocument/2006/relationships/image" Target="../media/image40.png"/><Relationship Id="rId6" Type="http://schemas.openxmlformats.org/officeDocument/2006/relationships/image" Target="../media/image37.png"/><Relationship Id="rId7" Type="http://schemas.openxmlformats.org/officeDocument/2006/relationships/image" Target="../media/image42.png"/><Relationship Id="rId8"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52.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 Id="rId3" Type="http://schemas.openxmlformats.org/officeDocument/2006/relationships/hyperlink" Target="http://www.lancaster.ac.uk/lums/central/" TargetMode="External"/><Relationship Id="rId4" Type="http://schemas.openxmlformats.org/officeDocument/2006/relationships/hyperlink" Target="http://www.lancaster.ac.uk/lums/people/konstantinos-zografos" TargetMode="External"/><Relationship Id="rId5" Type="http://schemas.openxmlformats.org/officeDocument/2006/relationships/image" Target="../media/image45.png"/><Relationship Id="rId6" Type="http://schemas.openxmlformats.org/officeDocument/2006/relationships/image" Target="../media/image51.png"/><Relationship Id="rId7"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hyperlink" Target="http://www.lirmm.fr/" TargetMode="External"/><Relationship Id="rId4" Type="http://schemas.openxmlformats.org/officeDocument/2006/relationships/hyperlink" Target="http://www.lirmm.fr/lirmm_eng/research/teams/maore" TargetMode="External"/><Relationship Id="rId5" Type="http://schemas.openxmlformats.org/officeDocument/2006/relationships/hyperlink" Target="https://www.lix.polytechnique.fr/" TargetMode="External"/><Relationship Id="rId6" Type="http://schemas.openxmlformats.org/officeDocument/2006/relationships/image" Target="../media/image47.png"/><Relationship Id="rId7" Type="http://schemas.openxmlformats.org/officeDocument/2006/relationships/image" Target="../media/image46.png"/><Relationship Id="rId8"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 Id="rId3" Type="http://schemas.openxmlformats.org/officeDocument/2006/relationships/image" Target="../media/image4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ph type="title"/>
          </p:nvPr>
        </p:nvSpPr>
        <p:spPr>
          <a:xfrm>
            <a:off x="260474" y="1316450"/>
            <a:ext cx="4437600" cy="85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Roboto"/>
              <a:buNone/>
            </a:pPr>
            <a:r>
              <a:rPr lang="en-GB"/>
              <a:t>Scientific review:</a:t>
            </a:r>
            <a:br>
              <a:rPr b="0" i="0" lang="en-GB" sz="3600" u="none" cap="none" strike="noStrike">
                <a:solidFill>
                  <a:schemeClr val="dk1"/>
                </a:solidFill>
                <a:latin typeface="Roboto"/>
                <a:ea typeface="Roboto"/>
                <a:cs typeface="Roboto"/>
                <a:sym typeface="Roboto"/>
              </a:rPr>
            </a:br>
            <a:r>
              <a:rPr lang="en-GB" sz="2400"/>
              <a:t>Inventory Routing Problem → Follow-up of the EURO/ROADEF challenge 2016  organized by Air Liquide </a:t>
            </a:r>
            <a:endParaRPr sz="2400"/>
          </a:p>
        </p:txBody>
      </p:sp>
      <p:sp>
        <p:nvSpPr>
          <p:cNvPr id="250" name="Google Shape;250;p34"/>
          <p:cNvSpPr txBox="1"/>
          <p:nvPr/>
        </p:nvSpPr>
        <p:spPr>
          <a:xfrm>
            <a:off x="9204675" y="829300"/>
            <a:ext cx="1546800" cy="352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6F6F6E"/>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type="title"/>
          </p:nvPr>
        </p:nvSpPr>
        <p:spPr>
          <a:xfrm>
            <a:off x="620060" y="79343"/>
            <a:ext cx="6526800" cy="85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375FA4"/>
              </a:buClr>
              <a:buFont typeface="Roboto"/>
              <a:buNone/>
            </a:pPr>
            <a:r>
              <a:rPr b="0" i="0" lang="en-GB" sz="2500" u="none" cap="none" strike="noStrike">
                <a:solidFill>
                  <a:srgbClr val="375FA4"/>
                </a:solidFill>
                <a:latin typeface="Roboto"/>
                <a:ea typeface="Roboto"/>
                <a:cs typeface="Roboto"/>
                <a:sym typeface="Roboto"/>
              </a:rPr>
              <a:t>Contents</a:t>
            </a:r>
            <a:endParaRPr/>
          </a:p>
        </p:txBody>
      </p:sp>
      <p:sp>
        <p:nvSpPr>
          <p:cNvPr id="257" name="Google Shape;257;p35"/>
          <p:cNvSpPr txBox="1"/>
          <p:nvPr>
            <p:ph idx="1" type="body"/>
          </p:nvPr>
        </p:nvSpPr>
        <p:spPr>
          <a:xfrm>
            <a:off x="611560" y="1102875"/>
            <a:ext cx="8064900" cy="28197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2"/>
              </a:buClr>
              <a:buSzPts val="2250"/>
              <a:buFont typeface="Roboto"/>
              <a:buAutoNum type="arabicPlain"/>
            </a:pPr>
            <a:r>
              <a:rPr lang="en-GB"/>
              <a:t>Inventory Routing Problem: State of the art </a:t>
            </a:r>
            <a:r>
              <a:rPr b="0" i="0" lang="en-GB" sz="1500" u="none" cap="none" strike="noStrike">
                <a:solidFill>
                  <a:srgbClr val="575756"/>
                </a:solidFill>
                <a:latin typeface="Roboto"/>
                <a:ea typeface="Roboto"/>
                <a:cs typeface="Roboto"/>
                <a:sym typeface="Roboto"/>
              </a:rPr>
              <a:t>	</a:t>
            </a:r>
            <a:endParaRPr/>
          </a:p>
          <a:p>
            <a:pPr indent="-228600" lvl="0" marL="457200" marR="0" rtl="0" algn="l">
              <a:lnSpc>
                <a:spcPct val="100000"/>
              </a:lnSpc>
              <a:spcBef>
                <a:spcPts val="900"/>
              </a:spcBef>
              <a:spcAft>
                <a:spcPts val="0"/>
              </a:spcAft>
              <a:buClr>
                <a:schemeClr val="dk2"/>
              </a:buClr>
              <a:buSzPts val="2250"/>
              <a:buFont typeface="Roboto"/>
              <a:buAutoNum type="arabicPlain"/>
            </a:pPr>
            <a:r>
              <a:rPr lang="en-GB"/>
              <a:t>Background on the resolution approaches to solve huge size combinatorial optimization problems</a:t>
            </a:r>
            <a:endParaRPr b="0" i="0" sz="1500" u="none" cap="none" strike="noStrike">
              <a:solidFill>
                <a:srgbClr val="575756"/>
              </a:solidFill>
              <a:latin typeface="Roboto"/>
              <a:ea typeface="Roboto"/>
              <a:cs typeface="Roboto"/>
              <a:sym typeface="Roboto"/>
            </a:endParaRPr>
          </a:p>
          <a:p>
            <a:pPr indent="-228600" lvl="0" marL="457200" rtl="0" algn="l">
              <a:spcBef>
                <a:spcPts val="900"/>
              </a:spcBef>
              <a:spcAft>
                <a:spcPts val="0"/>
              </a:spcAft>
              <a:buClr>
                <a:schemeClr val="dk2"/>
              </a:buClr>
              <a:buSzPts val="2250"/>
              <a:buFont typeface="Roboto"/>
              <a:buAutoNum type="arabicPlain"/>
            </a:pPr>
            <a:r>
              <a:rPr lang="en-GB"/>
              <a:t>Resolution approaches of our IRP proposed in the challenge</a:t>
            </a:r>
            <a:endParaRPr/>
          </a:p>
          <a:p>
            <a:pPr indent="-228600" lvl="0" marL="457200" marR="0" rtl="0" algn="l">
              <a:lnSpc>
                <a:spcPct val="100000"/>
              </a:lnSpc>
              <a:spcBef>
                <a:spcPts val="900"/>
              </a:spcBef>
              <a:spcAft>
                <a:spcPts val="0"/>
              </a:spcAft>
              <a:buClr>
                <a:schemeClr val="dk2"/>
              </a:buClr>
              <a:buSzPts val="2250"/>
              <a:buFont typeface="Roboto"/>
              <a:buAutoNum type="arabicPlain"/>
            </a:pPr>
            <a:r>
              <a:rPr lang="en-GB"/>
              <a:t>What next? Follow-up of the challenge: </a:t>
            </a:r>
            <a:r>
              <a:rPr lang="en-GB"/>
              <a:t>Proposed</a:t>
            </a:r>
            <a:r>
              <a:rPr lang="en-GB"/>
              <a:t> action Plan</a:t>
            </a:r>
            <a:endParaRPr/>
          </a:p>
          <a:p>
            <a:pPr indent="0" lvl="0" marL="0" marR="0" rtl="0" algn="l">
              <a:lnSpc>
                <a:spcPct val="100000"/>
              </a:lnSpc>
              <a:spcBef>
                <a:spcPts val="900"/>
              </a:spcBef>
              <a:spcAft>
                <a:spcPts val="0"/>
              </a:spcAft>
              <a:buNone/>
            </a:pPr>
            <a:r>
              <a:t/>
            </a:r>
            <a:endParaRPr/>
          </a:p>
        </p:txBody>
      </p:sp>
      <p:sp>
        <p:nvSpPr>
          <p:cNvPr id="258" name="Google Shape;258;p35"/>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p>
            <a:pPr indent="0" lvl="0" marL="0" marR="0" rtl="0" algn="l">
              <a:lnSpc>
                <a:spcPct val="100000"/>
              </a:lnSpc>
              <a:spcBef>
                <a:spcPts val="0"/>
              </a:spcBef>
              <a:spcAft>
                <a:spcPts val="0"/>
              </a:spcAft>
              <a:buClr>
                <a:schemeClr val="dk1"/>
              </a:buClr>
              <a:buFont typeface="Helvetica Neue"/>
              <a:buNone/>
            </a:pPr>
            <a:fld id="{00000000-1234-1234-1234-123412341234}" type="slidenum">
              <a:rPr b="0" i="0" lang="en-GB" sz="1400" u="none" cap="none" strike="noStrike">
                <a:solidFill>
                  <a:srgbClr val="000000"/>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type="title"/>
          </p:nvPr>
        </p:nvSpPr>
        <p:spPr>
          <a:xfrm>
            <a:off x="2625500" y="485720"/>
            <a:ext cx="1876500" cy="123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Font typeface="Roboto"/>
              <a:buNone/>
            </a:pPr>
            <a:r>
              <a:rPr lang="en-GB"/>
              <a:t>0</a:t>
            </a:r>
            <a:endParaRPr/>
          </a:p>
        </p:txBody>
      </p:sp>
      <p:sp>
        <p:nvSpPr>
          <p:cNvPr id="264" name="Google Shape;264;p36"/>
          <p:cNvSpPr txBox="1"/>
          <p:nvPr>
            <p:ph idx="1" type="subTitle"/>
          </p:nvPr>
        </p:nvSpPr>
        <p:spPr>
          <a:xfrm>
            <a:off x="2407050" y="1599600"/>
            <a:ext cx="4329900" cy="194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Font typeface="Roboto"/>
              <a:buNone/>
            </a:pPr>
            <a:r>
              <a:rPr lang="en-GB"/>
              <a:t>EURO/ROADEF Challenge </a:t>
            </a:r>
            <a:endParaRPr/>
          </a:p>
          <a:p>
            <a:pPr indent="0" lvl="0" marL="0" marR="0" rtl="0" algn="l">
              <a:lnSpc>
                <a:spcPct val="100000"/>
              </a:lnSpc>
              <a:spcBef>
                <a:spcPts val="0"/>
              </a:spcBef>
              <a:spcAft>
                <a:spcPts val="0"/>
              </a:spcAft>
              <a:buClr>
                <a:schemeClr val="lt1"/>
              </a:buClr>
              <a:buFont typeface="Roboto"/>
              <a:buNone/>
            </a:pPr>
            <a:r>
              <a:rPr lang="en-GB"/>
              <a:t>Reminder</a:t>
            </a:r>
            <a:endParaRPr/>
          </a:p>
        </p:txBody>
      </p:sp>
      <p:sp>
        <p:nvSpPr>
          <p:cNvPr id="265" name="Google Shape;265;p36"/>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p>
            <a:pPr indent="0" lvl="0" marL="0" marR="0" rtl="0" algn="r">
              <a:lnSpc>
                <a:spcPct val="100000"/>
              </a:lnSpc>
              <a:spcBef>
                <a:spcPts val="0"/>
              </a:spcBef>
              <a:spcAft>
                <a:spcPts val="0"/>
              </a:spcAft>
              <a:buClr>
                <a:schemeClr val="dk1"/>
              </a:buClr>
              <a:buFont typeface="Helvetica Neue"/>
              <a:buNone/>
            </a:pPr>
            <a:fld id="{00000000-1234-1234-1234-123412341234}" type="slidenum">
              <a:rPr b="1" i="0" lang="en-GB" sz="900" u="none" cap="none" strike="noStrike">
                <a:solidFill>
                  <a:schemeClr val="dk1"/>
                </a:solidFill>
                <a:latin typeface="Roboto"/>
                <a:ea typeface="Roboto"/>
                <a:cs typeface="Roboto"/>
                <a:sym typeface="Roboto"/>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txBox="1"/>
          <p:nvPr>
            <p:ph type="title"/>
          </p:nvPr>
        </p:nvSpPr>
        <p:spPr>
          <a:xfrm>
            <a:off x="457200" y="91976"/>
            <a:ext cx="8229600" cy="320700"/>
          </a:xfrm>
          <a:prstGeom prst="rect">
            <a:avLst/>
          </a:prstGeom>
          <a:noFill/>
          <a:ln>
            <a:noFill/>
          </a:ln>
        </p:spPr>
        <p:txBody>
          <a:bodyPr anchorCtr="0" anchor="ctr" bIns="0" lIns="36000" spcFirstLastPara="1" rIns="36000" wrap="square" tIns="0">
            <a:noAutofit/>
          </a:bodyPr>
          <a:lstStyle/>
          <a:p>
            <a:pPr indent="0" lvl="0" marL="0" marR="0" rtl="0" algn="l">
              <a:spcBef>
                <a:spcPts val="0"/>
              </a:spcBef>
              <a:spcAft>
                <a:spcPts val="0"/>
              </a:spcAft>
              <a:buNone/>
            </a:pPr>
            <a:r>
              <a:rPr lang="en-GB">
                <a:solidFill>
                  <a:schemeClr val="dk1"/>
                </a:solidFill>
              </a:rPr>
              <a:t>The 2016 Euro/Roadef Challenge</a:t>
            </a:r>
            <a:endParaRPr b="0" i="0" sz="2600" u="none" cap="none" strike="noStrike">
              <a:solidFill>
                <a:schemeClr val="dk1"/>
              </a:solidFill>
              <a:latin typeface="Arial"/>
              <a:ea typeface="Arial"/>
              <a:cs typeface="Arial"/>
              <a:sym typeface="Arial"/>
            </a:endParaRPr>
          </a:p>
        </p:txBody>
      </p:sp>
      <p:sp>
        <p:nvSpPr>
          <p:cNvPr id="271" name="Google Shape;271;p37"/>
          <p:cNvSpPr txBox="1"/>
          <p:nvPr>
            <p:ph idx="1" type="body"/>
          </p:nvPr>
        </p:nvSpPr>
        <p:spPr>
          <a:xfrm>
            <a:off x="0" y="681548"/>
            <a:ext cx="9003900" cy="2415000"/>
          </a:xfrm>
          <a:prstGeom prst="rect">
            <a:avLst/>
          </a:prstGeom>
          <a:noFill/>
          <a:ln>
            <a:noFill/>
          </a:ln>
        </p:spPr>
        <p:txBody>
          <a:bodyPr anchorCtr="0" anchor="t" bIns="0" lIns="36000" spcFirstLastPara="1" rIns="36000" wrap="square" tIns="0">
            <a:noAutofit/>
          </a:bodyPr>
          <a:lstStyle/>
          <a:p>
            <a:pPr indent="-330200" lvl="0" marL="457200" marR="0" rtl="0" algn="l">
              <a:lnSpc>
                <a:spcPct val="90000"/>
              </a:lnSpc>
              <a:spcBef>
                <a:spcPts val="0"/>
              </a:spcBef>
              <a:spcAft>
                <a:spcPts val="0"/>
              </a:spcAft>
              <a:buSzPts val="1600"/>
              <a:buChar char="•"/>
            </a:pPr>
            <a:r>
              <a:rPr lang="en-GB" sz="1600"/>
              <a:t>The Operations Research European &amp; French Societies organize every 2 year since 1999 an OR-oriented mathematical challenge in collaboration with industrials</a:t>
            </a:r>
            <a:endParaRPr sz="1600"/>
          </a:p>
          <a:p>
            <a:pPr indent="0" lvl="0" marL="0" marR="0" rtl="0" algn="l">
              <a:lnSpc>
                <a:spcPct val="90000"/>
              </a:lnSpc>
              <a:spcBef>
                <a:spcPts val="0"/>
              </a:spcBef>
              <a:spcAft>
                <a:spcPts val="0"/>
              </a:spcAft>
              <a:buNone/>
            </a:pPr>
            <a:r>
              <a:t/>
            </a:r>
            <a:endParaRPr sz="1600"/>
          </a:p>
          <a:p>
            <a:pPr indent="0" lvl="0" marL="0" marR="0" rtl="0" algn="l">
              <a:lnSpc>
                <a:spcPct val="90000"/>
              </a:lnSpc>
              <a:spcBef>
                <a:spcPts val="0"/>
              </a:spcBef>
              <a:spcAft>
                <a:spcPts val="0"/>
              </a:spcAft>
              <a:buNone/>
            </a:pPr>
            <a:r>
              <a:t/>
            </a:r>
            <a:endParaRPr sz="1600"/>
          </a:p>
          <a:p>
            <a:pPr indent="0" lvl="0" marL="0" marR="0" rtl="0" algn="l">
              <a:lnSpc>
                <a:spcPct val="90000"/>
              </a:lnSpc>
              <a:spcBef>
                <a:spcPts val="0"/>
              </a:spcBef>
              <a:spcAft>
                <a:spcPts val="0"/>
              </a:spcAft>
              <a:buNone/>
            </a:pPr>
            <a:r>
              <a:t/>
            </a:r>
            <a:endParaRPr sz="1600"/>
          </a:p>
          <a:p>
            <a:pPr indent="0" lvl="0" marL="0" marR="0" rtl="0" algn="l">
              <a:lnSpc>
                <a:spcPct val="90000"/>
              </a:lnSpc>
              <a:spcBef>
                <a:spcPts val="0"/>
              </a:spcBef>
              <a:spcAft>
                <a:spcPts val="0"/>
              </a:spcAft>
              <a:buNone/>
            </a:pPr>
            <a:r>
              <a:t/>
            </a:r>
            <a:endParaRPr sz="1600"/>
          </a:p>
          <a:p>
            <a:pPr indent="-330200" lvl="0" marL="457200" marR="0" rtl="0" algn="l">
              <a:lnSpc>
                <a:spcPct val="90000"/>
              </a:lnSpc>
              <a:spcBef>
                <a:spcPts val="0"/>
              </a:spcBef>
              <a:spcAft>
                <a:spcPts val="0"/>
              </a:spcAft>
              <a:buSzPts val="1600"/>
              <a:buChar char="•"/>
            </a:pPr>
            <a:r>
              <a:rPr lang="en-GB" sz="1600"/>
              <a:t>The scope of the </a:t>
            </a:r>
            <a:r>
              <a:rPr b="1" lang="en-GB" sz="1600"/>
              <a:t>2016 challenge</a:t>
            </a:r>
            <a:r>
              <a:rPr lang="en-GB" sz="1600"/>
              <a:t> is to propose methods that can solve real-life </a:t>
            </a:r>
            <a:r>
              <a:rPr b="1" lang="en-GB" sz="1600"/>
              <a:t>Inventory Routing Problems</a:t>
            </a:r>
            <a:r>
              <a:rPr lang="en-GB" sz="1600"/>
              <a:t>.</a:t>
            </a:r>
            <a:endParaRPr sz="1600"/>
          </a:p>
          <a:p>
            <a:pPr indent="0" lvl="0" marL="0" marR="0" rtl="0" algn="l">
              <a:lnSpc>
                <a:spcPct val="90000"/>
              </a:lnSpc>
              <a:spcBef>
                <a:spcPts val="0"/>
              </a:spcBef>
              <a:spcAft>
                <a:spcPts val="0"/>
              </a:spcAft>
              <a:buNone/>
            </a:pPr>
            <a:r>
              <a:t/>
            </a:r>
            <a:endParaRPr sz="1600"/>
          </a:p>
          <a:p>
            <a:pPr indent="-330200" lvl="0" marL="457200" marR="0" rtl="0" algn="l">
              <a:lnSpc>
                <a:spcPct val="90000"/>
              </a:lnSpc>
              <a:spcBef>
                <a:spcPts val="0"/>
              </a:spcBef>
              <a:spcAft>
                <a:spcPts val="0"/>
              </a:spcAft>
              <a:buSzPts val="1600"/>
              <a:buChar char="•"/>
            </a:pPr>
            <a:r>
              <a:rPr lang="en-GB" sz="1600"/>
              <a:t>The competition is: Obtain the minimum </a:t>
            </a:r>
            <a:r>
              <a:rPr b="1" lang="en-GB" sz="1600"/>
              <a:t>logistic ratio</a:t>
            </a:r>
            <a:r>
              <a:rPr lang="en-GB" sz="1600"/>
              <a:t> (€/kg) over 30 test instances.</a:t>
            </a:r>
            <a:endParaRPr sz="1600"/>
          </a:p>
          <a:p>
            <a:pPr indent="0" lvl="0" marL="0" marR="0" rtl="0" algn="l">
              <a:lnSpc>
                <a:spcPct val="90000"/>
              </a:lnSpc>
              <a:spcBef>
                <a:spcPts val="0"/>
              </a:spcBef>
              <a:spcAft>
                <a:spcPts val="0"/>
              </a:spcAft>
              <a:buNone/>
            </a:pPr>
            <a:r>
              <a:t/>
            </a:r>
            <a:endParaRPr sz="1600"/>
          </a:p>
          <a:p>
            <a:pPr indent="-317500" lvl="0" marL="457200" marR="0" rtl="0" algn="l">
              <a:lnSpc>
                <a:spcPct val="90000"/>
              </a:lnSpc>
              <a:spcBef>
                <a:spcPts val="0"/>
              </a:spcBef>
              <a:spcAft>
                <a:spcPts val="0"/>
              </a:spcAft>
              <a:buSzPts val="1400"/>
              <a:buChar char="•"/>
            </a:pPr>
            <a:r>
              <a:rPr lang="en-GB"/>
              <a:t>Everything is publicly available on the </a:t>
            </a:r>
            <a:r>
              <a:rPr lang="en-GB" u="sng">
                <a:solidFill>
                  <a:schemeClr val="hlink"/>
                </a:solidFill>
                <a:hlinkClick r:id="rId3"/>
              </a:rPr>
              <a:t>challenge website</a:t>
            </a:r>
            <a:endParaRPr/>
          </a:p>
          <a:p>
            <a:pPr indent="-153988" lvl="0" marL="268288" marR="0" rtl="0" algn="l">
              <a:lnSpc>
                <a:spcPct val="90000"/>
              </a:lnSpc>
              <a:spcBef>
                <a:spcPts val="18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72" name="Google Shape;272;p37"/>
          <p:cNvPicPr preferRelativeResize="0"/>
          <p:nvPr/>
        </p:nvPicPr>
        <p:blipFill>
          <a:blip r:embed="rId4">
            <a:alphaModFix/>
          </a:blip>
          <a:stretch>
            <a:fillRect/>
          </a:stretch>
        </p:blipFill>
        <p:spPr>
          <a:xfrm>
            <a:off x="7349275" y="3246677"/>
            <a:ext cx="1062950" cy="1190346"/>
          </a:xfrm>
          <a:prstGeom prst="rect">
            <a:avLst/>
          </a:prstGeom>
          <a:noFill/>
          <a:ln>
            <a:noFill/>
          </a:ln>
        </p:spPr>
      </p:pic>
      <p:sp>
        <p:nvSpPr>
          <p:cNvPr id="273" name="Google Shape;273;p37"/>
          <p:cNvSpPr txBox="1"/>
          <p:nvPr/>
        </p:nvSpPr>
        <p:spPr>
          <a:xfrm>
            <a:off x="6799850" y="4410169"/>
            <a:ext cx="2161800" cy="2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1658: B. Pascal proposes the first mathematical challenge</a:t>
            </a:r>
            <a:endParaRPr sz="1000"/>
          </a:p>
        </p:txBody>
      </p:sp>
      <p:pic>
        <p:nvPicPr>
          <p:cNvPr id="274" name="Google Shape;274;p37"/>
          <p:cNvPicPr preferRelativeResize="0"/>
          <p:nvPr/>
        </p:nvPicPr>
        <p:blipFill>
          <a:blip r:embed="rId5">
            <a:alphaModFix/>
          </a:blip>
          <a:stretch>
            <a:fillRect/>
          </a:stretch>
        </p:blipFill>
        <p:spPr>
          <a:xfrm>
            <a:off x="5617750" y="0"/>
            <a:ext cx="1638300" cy="509194"/>
          </a:xfrm>
          <a:prstGeom prst="rect">
            <a:avLst/>
          </a:prstGeom>
          <a:noFill/>
          <a:ln>
            <a:noFill/>
          </a:ln>
        </p:spPr>
      </p:pic>
      <p:pic>
        <p:nvPicPr>
          <p:cNvPr id="275" name="Google Shape;275;p37"/>
          <p:cNvPicPr preferRelativeResize="0"/>
          <p:nvPr/>
        </p:nvPicPr>
        <p:blipFill>
          <a:blip r:embed="rId6">
            <a:alphaModFix/>
          </a:blip>
          <a:stretch>
            <a:fillRect/>
          </a:stretch>
        </p:blipFill>
        <p:spPr>
          <a:xfrm>
            <a:off x="3135650" y="1127849"/>
            <a:ext cx="1062960" cy="583312"/>
          </a:xfrm>
          <a:prstGeom prst="rect">
            <a:avLst/>
          </a:prstGeom>
          <a:noFill/>
          <a:ln>
            <a:noFill/>
          </a:ln>
        </p:spPr>
      </p:pic>
      <p:pic>
        <p:nvPicPr>
          <p:cNvPr id="276" name="Google Shape;276;p37"/>
          <p:cNvPicPr preferRelativeResize="0"/>
          <p:nvPr/>
        </p:nvPicPr>
        <p:blipFill>
          <a:blip r:embed="rId7">
            <a:alphaModFix/>
          </a:blip>
          <a:stretch>
            <a:fillRect/>
          </a:stretch>
        </p:blipFill>
        <p:spPr>
          <a:xfrm>
            <a:off x="1435225" y="1134320"/>
            <a:ext cx="1140694" cy="570355"/>
          </a:xfrm>
          <a:prstGeom prst="rect">
            <a:avLst/>
          </a:prstGeom>
          <a:noFill/>
          <a:ln>
            <a:noFill/>
          </a:ln>
        </p:spPr>
      </p:pic>
      <p:pic>
        <p:nvPicPr>
          <p:cNvPr id="277" name="Google Shape;277;p37"/>
          <p:cNvPicPr preferRelativeResize="0"/>
          <p:nvPr/>
        </p:nvPicPr>
        <p:blipFill>
          <a:blip r:embed="rId8">
            <a:alphaModFix/>
          </a:blip>
          <a:stretch>
            <a:fillRect/>
          </a:stretch>
        </p:blipFill>
        <p:spPr>
          <a:xfrm>
            <a:off x="4732425" y="1127844"/>
            <a:ext cx="1141443" cy="509194"/>
          </a:xfrm>
          <a:prstGeom prst="rect">
            <a:avLst/>
          </a:prstGeom>
          <a:noFill/>
          <a:ln>
            <a:noFill/>
          </a:ln>
        </p:spPr>
      </p:pic>
      <p:pic>
        <p:nvPicPr>
          <p:cNvPr id="278" name="Google Shape;278;p37"/>
          <p:cNvPicPr preferRelativeResize="0"/>
          <p:nvPr/>
        </p:nvPicPr>
        <p:blipFill>
          <a:blip r:embed="rId9">
            <a:alphaModFix/>
          </a:blip>
          <a:stretch>
            <a:fillRect/>
          </a:stretch>
        </p:blipFill>
        <p:spPr>
          <a:xfrm>
            <a:off x="6619375" y="1108884"/>
            <a:ext cx="621245" cy="621245"/>
          </a:xfrm>
          <a:prstGeom prst="rect">
            <a:avLst/>
          </a:prstGeom>
          <a:noFill/>
          <a:ln>
            <a:noFill/>
          </a:ln>
        </p:spPr>
      </p:pic>
      <p:pic>
        <p:nvPicPr>
          <p:cNvPr id="279" name="Google Shape;279;p37"/>
          <p:cNvPicPr preferRelativeResize="0"/>
          <p:nvPr/>
        </p:nvPicPr>
        <p:blipFill>
          <a:blip r:embed="rId10">
            <a:alphaModFix/>
          </a:blip>
          <a:stretch>
            <a:fillRect/>
          </a:stretch>
        </p:blipFill>
        <p:spPr>
          <a:xfrm>
            <a:off x="7447700" y="0"/>
            <a:ext cx="1055324" cy="509194"/>
          </a:xfrm>
          <a:prstGeom prst="rect">
            <a:avLst/>
          </a:prstGeom>
          <a:noFill/>
          <a:ln>
            <a:noFill/>
          </a:ln>
        </p:spPr>
      </p:pic>
      <p:sp>
        <p:nvSpPr>
          <p:cNvPr id="280" name="Google Shape;280;p37"/>
          <p:cNvSpPr txBox="1"/>
          <p:nvPr/>
        </p:nvSpPr>
        <p:spPr>
          <a:xfrm>
            <a:off x="8030614" y="1326355"/>
            <a:ext cx="414900" cy="27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a:t>
            </a:r>
            <a:endParaRPr b="1" sz="1800"/>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8"/>
          <p:cNvSpPr txBox="1"/>
          <p:nvPr>
            <p:ph type="title"/>
          </p:nvPr>
        </p:nvSpPr>
        <p:spPr>
          <a:xfrm>
            <a:off x="2625500" y="485720"/>
            <a:ext cx="1876497" cy="123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Font typeface="Roboto"/>
              <a:buNone/>
            </a:pPr>
            <a:r>
              <a:rPr b="0" i="0" lang="en-GB" sz="9000" u="none" cap="none" strike="noStrike">
                <a:solidFill>
                  <a:schemeClr val="lt1"/>
                </a:solidFill>
                <a:latin typeface="Roboto"/>
                <a:ea typeface="Roboto"/>
                <a:cs typeface="Roboto"/>
                <a:sym typeface="Roboto"/>
              </a:rPr>
              <a:t>1</a:t>
            </a:r>
            <a:endParaRPr/>
          </a:p>
        </p:txBody>
      </p:sp>
      <p:sp>
        <p:nvSpPr>
          <p:cNvPr id="286" name="Google Shape;286;p38"/>
          <p:cNvSpPr txBox="1"/>
          <p:nvPr>
            <p:ph idx="1" type="subTitle"/>
          </p:nvPr>
        </p:nvSpPr>
        <p:spPr>
          <a:xfrm>
            <a:off x="2407050" y="1599600"/>
            <a:ext cx="4329900" cy="194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Font typeface="Roboto"/>
              <a:buNone/>
            </a:pPr>
            <a:r>
              <a:rPr lang="en-GB"/>
              <a:t>Inventory Routing Problem (IRP)</a:t>
            </a:r>
            <a:r>
              <a:rPr lang="en-GB"/>
              <a:t> : State-of-the art </a:t>
            </a:r>
            <a:endParaRPr b="0" i="0" sz="2600" u="none" cap="none" strike="noStrike">
              <a:solidFill>
                <a:schemeClr val="lt1"/>
              </a:solidFill>
              <a:latin typeface="Roboto"/>
              <a:ea typeface="Roboto"/>
              <a:cs typeface="Roboto"/>
              <a:sym typeface="Roboto"/>
            </a:endParaRPr>
          </a:p>
        </p:txBody>
      </p:sp>
      <p:sp>
        <p:nvSpPr>
          <p:cNvPr id="287" name="Google Shape;287;p38"/>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p>
            <a:pPr indent="0" lvl="0" marL="0" marR="0" rtl="0" algn="r">
              <a:lnSpc>
                <a:spcPct val="100000"/>
              </a:lnSpc>
              <a:spcBef>
                <a:spcPts val="0"/>
              </a:spcBef>
              <a:spcAft>
                <a:spcPts val="0"/>
              </a:spcAft>
              <a:buClr>
                <a:schemeClr val="dk1"/>
              </a:buClr>
              <a:buFont typeface="Helvetica Neue"/>
              <a:buNone/>
            </a:pPr>
            <a:fld id="{00000000-1234-1234-1234-123412341234}" type="slidenum">
              <a:rPr b="1" i="0" lang="en-GB" sz="900" u="none" cap="none" strike="noStrike">
                <a:solidFill>
                  <a:schemeClr val="dk1"/>
                </a:solidFill>
                <a:latin typeface="Roboto"/>
                <a:ea typeface="Roboto"/>
                <a:cs typeface="Roboto"/>
                <a:sym typeface="Roboto"/>
              </a:rP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9"/>
          <p:cNvSpPr txBox="1"/>
          <p:nvPr>
            <p:ph type="title"/>
          </p:nvPr>
        </p:nvSpPr>
        <p:spPr>
          <a:xfrm>
            <a:off x="620058" y="79343"/>
            <a:ext cx="71604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State of the art </a:t>
            </a:r>
            <a:endParaRPr/>
          </a:p>
        </p:txBody>
      </p:sp>
      <p:sp>
        <p:nvSpPr>
          <p:cNvPr id="294" name="Google Shape;294;p39"/>
          <p:cNvSpPr txBox="1"/>
          <p:nvPr>
            <p:ph idx="12" type="sldNum"/>
          </p:nvPr>
        </p:nvSpPr>
        <p:spPr>
          <a:xfrm>
            <a:off x="1650418" y="45717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sp>
        <p:nvSpPr>
          <p:cNvPr id="295" name="Google Shape;295;p39"/>
          <p:cNvSpPr/>
          <p:nvPr/>
        </p:nvSpPr>
        <p:spPr>
          <a:xfrm>
            <a:off x="1947600" y="859650"/>
            <a:ext cx="307800" cy="3822900"/>
          </a:xfrm>
          <a:prstGeom prst="downArrow">
            <a:avLst>
              <a:gd fmla="val 50000" name="adj1"/>
              <a:gd fmla="val 50000" name="adj2"/>
            </a:avLst>
          </a:prstGeom>
          <a:gradFill>
            <a:gsLst>
              <a:gs pos="0">
                <a:srgbClr val="DFE9FB"/>
              </a:gs>
              <a:gs pos="100000">
                <a:srgbClr val="6E9BE7"/>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9"/>
          <p:cNvSpPr txBox="1"/>
          <p:nvPr/>
        </p:nvSpPr>
        <p:spPr>
          <a:xfrm>
            <a:off x="1503400" y="758675"/>
            <a:ext cx="4899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1983</a:t>
            </a:r>
            <a:endParaRPr sz="1000"/>
          </a:p>
        </p:txBody>
      </p:sp>
      <p:sp>
        <p:nvSpPr>
          <p:cNvPr id="297" name="Google Shape;297;p39"/>
          <p:cNvSpPr txBox="1"/>
          <p:nvPr/>
        </p:nvSpPr>
        <p:spPr>
          <a:xfrm>
            <a:off x="1533800" y="1993725"/>
            <a:ext cx="489900" cy="2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2007</a:t>
            </a:r>
            <a:endParaRPr sz="1000"/>
          </a:p>
        </p:txBody>
      </p:sp>
      <p:sp>
        <p:nvSpPr>
          <p:cNvPr id="298" name="Google Shape;298;p39"/>
          <p:cNvSpPr txBox="1"/>
          <p:nvPr/>
        </p:nvSpPr>
        <p:spPr>
          <a:xfrm>
            <a:off x="1533800" y="2290638"/>
            <a:ext cx="4899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2008</a:t>
            </a:r>
            <a:endParaRPr sz="1000"/>
          </a:p>
        </p:txBody>
      </p:sp>
      <p:sp>
        <p:nvSpPr>
          <p:cNvPr id="299" name="Google Shape;299;p39"/>
          <p:cNvSpPr txBox="1"/>
          <p:nvPr/>
        </p:nvSpPr>
        <p:spPr>
          <a:xfrm>
            <a:off x="1533800" y="3075975"/>
            <a:ext cx="4899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2014</a:t>
            </a:r>
            <a:endParaRPr sz="1000"/>
          </a:p>
        </p:txBody>
      </p:sp>
      <p:sp>
        <p:nvSpPr>
          <p:cNvPr id="300" name="Google Shape;300;p39"/>
          <p:cNvSpPr txBox="1"/>
          <p:nvPr/>
        </p:nvSpPr>
        <p:spPr>
          <a:xfrm>
            <a:off x="1533900" y="4133125"/>
            <a:ext cx="4899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2017</a:t>
            </a:r>
            <a:endParaRPr sz="1000"/>
          </a:p>
        </p:txBody>
      </p:sp>
      <p:sp>
        <p:nvSpPr>
          <p:cNvPr id="301" name="Google Shape;301;p39"/>
          <p:cNvSpPr txBox="1"/>
          <p:nvPr/>
        </p:nvSpPr>
        <p:spPr>
          <a:xfrm>
            <a:off x="1533800" y="3626450"/>
            <a:ext cx="4899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2016</a:t>
            </a:r>
            <a:endParaRPr sz="1000"/>
          </a:p>
        </p:txBody>
      </p:sp>
      <p:sp>
        <p:nvSpPr>
          <p:cNvPr id="302" name="Google Shape;302;p39"/>
          <p:cNvSpPr txBox="1"/>
          <p:nvPr/>
        </p:nvSpPr>
        <p:spPr>
          <a:xfrm>
            <a:off x="1533800" y="1695413"/>
            <a:ext cx="4899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2004</a:t>
            </a:r>
            <a:endParaRPr sz="1000"/>
          </a:p>
        </p:txBody>
      </p:sp>
      <p:pic>
        <p:nvPicPr>
          <p:cNvPr id="303" name="Google Shape;303;p39"/>
          <p:cNvPicPr preferRelativeResize="0"/>
          <p:nvPr/>
        </p:nvPicPr>
        <p:blipFill>
          <a:blip r:embed="rId3">
            <a:alphaModFix/>
          </a:blip>
          <a:stretch>
            <a:fillRect/>
          </a:stretch>
        </p:blipFill>
        <p:spPr>
          <a:xfrm>
            <a:off x="2255397" y="859650"/>
            <a:ext cx="5403300" cy="3609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0"/>
          <p:cNvSpPr txBox="1"/>
          <p:nvPr>
            <p:ph type="title"/>
          </p:nvPr>
        </p:nvSpPr>
        <p:spPr>
          <a:xfrm>
            <a:off x="620058" y="79343"/>
            <a:ext cx="71604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State of the art vs </a:t>
            </a:r>
            <a:r>
              <a:rPr lang="en-GB"/>
              <a:t>challenge scope </a:t>
            </a:r>
            <a:endParaRPr/>
          </a:p>
        </p:txBody>
      </p:sp>
      <p:sp>
        <p:nvSpPr>
          <p:cNvPr id="310" name="Google Shape;310;p40"/>
          <p:cNvSpPr txBox="1"/>
          <p:nvPr>
            <p:ph idx="1" type="body"/>
          </p:nvPr>
        </p:nvSpPr>
        <p:spPr>
          <a:xfrm>
            <a:off x="476950" y="1102875"/>
            <a:ext cx="7952700" cy="3081900"/>
          </a:xfrm>
          <a:prstGeom prst="rect">
            <a:avLst/>
          </a:prstGeom>
        </p:spPr>
        <p:txBody>
          <a:bodyPr anchorCtr="0" anchor="t" bIns="91425" lIns="91425" spcFirstLastPara="1" rIns="91425" wrap="square" tIns="91425">
            <a:noAutofit/>
          </a:bodyPr>
          <a:lstStyle/>
          <a:p>
            <a:pPr indent="-12700" lvl="0" marL="222250" rtl="0" algn="l">
              <a:spcBef>
                <a:spcPts val="300"/>
              </a:spcBef>
              <a:spcAft>
                <a:spcPts val="0"/>
              </a:spcAft>
              <a:buNone/>
            </a:pPr>
            <a:r>
              <a:t/>
            </a:r>
            <a:endParaRPr/>
          </a:p>
        </p:txBody>
      </p:sp>
      <p:sp>
        <p:nvSpPr>
          <p:cNvPr id="311" name="Google Shape;311;p40"/>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pic>
        <p:nvPicPr>
          <p:cNvPr id="312" name="Google Shape;312;p40"/>
          <p:cNvPicPr preferRelativeResize="0"/>
          <p:nvPr/>
        </p:nvPicPr>
        <p:blipFill>
          <a:blip r:embed="rId3">
            <a:alphaModFix/>
          </a:blip>
          <a:stretch>
            <a:fillRect/>
          </a:stretch>
        </p:blipFill>
        <p:spPr>
          <a:xfrm>
            <a:off x="0" y="884638"/>
            <a:ext cx="9144001" cy="33742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txBox="1"/>
          <p:nvPr>
            <p:ph type="title"/>
          </p:nvPr>
        </p:nvSpPr>
        <p:spPr>
          <a:xfrm>
            <a:off x="457200" y="91976"/>
            <a:ext cx="8229600" cy="32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rPr>
              <a:t>Challenge vs TENOR Scope</a:t>
            </a:r>
            <a:endParaRPr>
              <a:solidFill>
                <a:schemeClr val="dk1"/>
              </a:solidFill>
            </a:endParaRPr>
          </a:p>
        </p:txBody>
      </p:sp>
      <p:sp>
        <p:nvSpPr>
          <p:cNvPr id="319" name="Google Shape;319;p41"/>
          <p:cNvSpPr/>
          <p:nvPr/>
        </p:nvSpPr>
        <p:spPr>
          <a:xfrm>
            <a:off x="19800" y="657581"/>
            <a:ext cx="9104400" cy="3988500"/>
          </a:xfrm>
          <a:prstGeom prst="ellipse">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TENOR</a:t>
            </a:r>
            <a:endParaRPr/>
          </a:p>
        </p:txBody>
      </p:sp>
      <p:sp>
        <p:nvSpPr>
          <p:cNvPr id="320" name="Google Shape;320;p41"/>
          <p:cNvSpPr txBox="1"/>
          <p:nvPr/>
        </p:nvSpPr>
        <p:spPr>
          <a:xfrm>
            <a:off x="5417300" y="1219388"/>
            <a:ext cx="657600" cy="3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100%</a:t>
            </a:r>
            <a:endParaRPr/>
          </a:p>
        </p:txBody>
      </p:sp>
      <p:sp>
        <p:nvSpPr>
          <p:cNvPr id="321" name="Google Shape;321;p41"/>
          <p:cNvSpPr/>
          <p:nvPr/>
        </p:nvSpPr>
        <p:spPr>
          <a:xfrm>
            <a:off x="553950" y="776944"/>
            <a:ext cx="7429500" cy="25311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1"/>
          <p:cNvSpPr txBox="1"/>
          <p:nvPr/>
        </p:nvSpPr>
        <p:spPr>
          <a:xfrm>
            <a:off x="3730900" y="802875"/>
            <a:ext cx="657600" cy="3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~75%</a:t>
            </a:r>
            <a:endParaRPr b="1"/>
          </a:p>
        </p:txBody>
      </p:sp>
      <p:sp>
        <p:nvSpPr>
          <p:cNvPr id="323" name="Google Shape;323;p41"/>
          <p:cNvSpPr txBox="1"/>
          <p:nvPr/>
        </p:nvSpPr>
        <p:spPr>
          <a:xfrm>
            <a:off x="4095395" y="2003793"/>
            <a:ext cx="2904600" cy="9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a:p>
            <a:pPr indent="0" lvl="0" marL="0" rtl="0" algn="l">
              <a:spcBef>
                <a:spcPts val="0"/>
              </a:spcBef>
              <a:spcAft>
                <a:spcPts val="0"/>
              </a:spcAft>
              <a:buNone/>
            </a:pPr>
            <a:r>
              <a:rPr lang="en-GB" sz="1000"/>
              <a:t>1 product, multiple sources.</a:t>
            </a:r>
            <a:endParaRPr sz="1000"/>
          </a:p>
          <a:p>
            <a:pPr indent="0" lvl="0" marL="0" rtl="0" algn="l">
              <a:spcBef>
                <a:spcPts val="0"/>
              </a:spcBef>
              <a:spcAft>
                <a:spcPts val="0"/>
              </a:spcAft>
              <a:buNone/>
            </a:pPr>
            <a:r>
              <a:rPr lang="en-GB" sz="1000"/>
              <a:t>many drivers, many trailers , no tractors</a:t>
            </a:r>
            <a:endParaRPr sz="1000"/>
          </a:p>
          <a:p>
            <a:pPr indent="0" lvl="0" marL="0" rtl="0" algn="l">
              <a:spcBef>
                <a:spcPts val="0"/>
              </a:spcBef>
              <a:spcAft>
                <a:spcPts val="0"/>
              </a:spcAft>
              <a:buNone/>
            </a:pPr>
            <a:r>
              <a:rPr lang="en-GB" sz="1000"/>
              <a:t>VMI and call-in customers</a:t>
            </a:r>
            <a:endParaRPr sz="1000"/>
          </a:p>
          <a:p>
            <a:pPr indent="0" lvl="0" marL="0" rtl="0" algn="l">
              <a:spcBef>
                <a:spcPts val="0"/>
              </a:spcBef>
              <a:spcAft>
                <a:spcPts val="0"/>
              </a:spcAft>
              <a:buNone/>
            </a:pPr>
            <a:r>
              <a:rPr lang="en-GB" sz="1000"/>
              <a:t>Simplified layovers policy</a:t>
            </a:r>
            <a:endParaRPr sz="1000"/>
          </a:p>
          <a:p>
            <a:pPr indent="0" lvl="0" marL="0" rtl="0" algn="l">
              <a:spcBef>
                <a:spcPts val="0"/>
              </a:spcBef>
              <a:spcAft>
                <a:spcPts val="0"/>
              </a:spcAft>
              <a:buNone/>
            </a:pPr>
            <a:r>
              <a:rPr lang="en-GB" sz="1000"/>
              <a:t>Customer Opening hours</a:t>
            </a:r>
            <a:endParaRPr sz="1000"/>
          </a:p>
          <a:p>
            <a:pPr indent="0" lvl="0" marL="0" rtl="0" algn="l">
              <a:spcBef>
                <a:spcPts val="0"/>
              </a:spcBef>
              <a:spcAft>
                <a:spcPts val="0"/>
              </a:spcAft>
              <a:buNone/>
            </a:pPr>
            <a:r>
              <a:rPr lang="en-GB" sz="1000"/>
              <a:t>customers, vehicle compatibility</a:t>
            </a:r>
            <a:endParaRPr sz="1000"/>
          </a:p>
          <a:p>
            <a:pPr indent="0" lvl="0" marL="0" rtl="0" algn="l">
              <a:spcBef>
                <a:spcPts val="0"/>
              </a:spcBef>
              <a:spcAft>
                <a:spcPts val="0"/>
              </a:spcAft>
              <a:buNone/>
            </a:pPr>
            <a:r>
              <a:rPr lang="en-GB" sz="1000"/>
              <a:t>Driver availability &amp; driving time constraints only</a:t>
            </a:r>
            <a:endParaRPr sz="1000"/>
          </a:p>
          <a:p>
            <a:pPr indent="0" lvl="0" marL="0" rtl="0" algn="l">
              <a:spcBef>
                <a:spcPts val="0"/>
              </a:spcBef>
              <a:spcAft>
                <a:spcPts val="0"/>
              </a:spcAft>
              <a:buNone/>
            </a:pPr>
            <a:r>
              <a:rPr lang="en-GB" sz="1000"/>
              <a:t>Min Operation Quantity</a:t>
            </a:r>
            <a:endParaRPr/>
          </a:p>
        </p:txBody>
      </p:sp>
      <p:sp>
        <p:nvSpPr>
          <p:cNvPr id="324" name="Google Shape;324;p41"/>
          <p:cNvSpPr txBox="1"/>
          <p:nvPr/>
        </p:nvSpPr>
        <p:spPr>
          <a:xfrm>
            <a:off x="4159171" y="1620636"/>
            <a:ext cx="2355300" cy="3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Final phase</a:t>
            </a:r>
            <a:endParaRPr/>
          </a:p>
        </p:txBody>
      </p:sp>
      <p:sp>
        <p:nvSpPr>
          <p:cNvPr id="325" name="Google Shape;325;p41"/>
          <p:cNvSpPr/>
          <p:nvPr/>
        </p:nvSpPr>
        <p:spPr>
          <a:xfrm>
            <a:off x="730900" y="1087781"/>
            <a:ext cx="3364500" cy="1479900"/>
          </a:xfrm>
          <a:prstGeom prst="ellipse">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1"/>
          <p:cNvSpPr txBox="1"/>
          <p:nvPr/>
        </p:nvSpPr>
        <p:spPr>
          <a:xfrm>
            <a:off x="1101625" y="1139988"/>
            <a:ext cx="2355300" cy="3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Qualification phase: </a:t>
            </a:r>
            <a:endParaRPr/>
          </a:p>
        </p:txBody>
      </p:sp>
      <p:sp>
        <p:nvSpPr>
          <p:cNvPr id="327" name="Google Shape;327;p41"/>
          <p:cNvSpPr txBox="1"/>
          <p:nvPr/>
        </p:nvSpPr>
        <p:spPr>
          <a:xfrm>
            <a:off x="1926025" y="814669"/>
            <a:ext cx="706500" cy="74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a:t>~50%</a:t>
            </a:r>
            <a:endParaRPr b="1"/>
          </a:p>
        </p:txBody>
      </p:sp>
      <p:sp>
        <p:nvSpPr>
          <p:cNvPr id="328" name="Google Shape;328;p41"/>
          <p:cNvSpPr txBox="1"/>
          <p:nvPr/>
        </p:nvSpPr>
        <p:spPr>
          <a:xfrm>
            <a:off x="1244250" y="1544431"/>
            <a:ext cx="3237600" cy="116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t>1 Depot</a:t>
            </a:r>
            <a:endParaRPr sz="1000"/>
          </a:p>
          <a:p>
            <a:pPr indent="0" lvl="0" marL="0" rtl="0" algn="l">
              <a:spcBef>
                <a:spcPts val="0"/>
              </a:spcBef>
              <a:spcAft>
                <a:spcPts val="0"/>
              </a:spcAft>
              <a:buNone/>
            </a:pPr>
            <a:r>
              <a:rPr lang="en-GB" sz="1000"/>
              <a:t>1 unlimited source of 1 product.</a:t>
            </a:r>
            <a:endParaRPr sz="1000"/>
          </a:p>
          <a:p>
            <a:pPr indent="0" lvl="0" marL="0" rtl="0" algn="l">
              <a:spcBef>
                <a:spcPts val="0"/>
              </a:spcBef>
              <a:spcAft>
                <a:spcPts val="0"/>
              </a:spcAft>
              <a:buNone/>
            </a:pPr>
            <a:r>
              <a:rPr lang="en-GB" sz="1000"/>
              <a:t>1 driver -&gt; 1 trailer, no tractors</a:t>
            </a:r>
            <a:endParaRPr sz="1000"/>
          </a:p>
          <a:p>
            <a:pPr indent="0" lvl="0" marL="0" rtl="0" algn="l">
              <a:spcBef>
                <a:spcPts val="0"/>
              </a:spcBef>
              <a:spcAft>
                <a:spcPts val="0"/>
              </a:spcAft>
              <a:buNone/>
            </a:pPr>
            <a:r>
              <a:rPr lang="en-GB" sz="1000"/>
              <a:t>VMI customer only, available 24/7</a:t>
            </a:r>
            <a:endParaRPr sz="1000"/>
          </a:p>
          <a:p>
            <a:pPr indent="0" lvl="0" marL="0" rtl="0" algn="l">
              <a:spcBef>
                <a:spcPts val="0"/>
              </a:spcBef>
              <a:spcAft>
                <a:spcPts val="0"/>
              </a:spcAft>
              <a:buNone/>
            </a:pPr>
            <a:r>
              <a:rPr lang="en-GB" sz="1000"/>
              <a:t>Driver availability &amp; driving time constraints only</a:t>
            </a:r>
            <a:endParaRPr sz="1000"/>
          </a:p>
          <a:p>
            <a:pPr indent="0" lvl="0" marL="0" rtl="0" algn="l">
              <a:spcBef>
                <a:spcPts val="0"/>
              </a:spcBef>
              <a:spcAft>
                <a:spcPts val="0"/>
              </a:spcAft>
              <a:buNone/>
            </a:pPr>
            <a:r>
              <a:rPr lang="en-GB" sz="1000"/>
              <a:t>No layovers</a:t>
            </a:r>
            <a:endParaRPr sz="1000"/>
          </a:p>
          <a:p>
            <a:pPr indent="0" lvl="0" marL="0" rtl="0" algn="l">
              <a:spcBef>
                <a:spcPts val="0"/>
              </a:spcBef>
              <a:spcAft>
                <a:spcPts val="0"/>
              </a:spcAft>
              <a:buNone/>
            </a:pPr>
            <a:r>
              <a:rPr lang="en-GB" sz="1000"/>
              <a:t>Logistic ratio as cost function</a:t>
            </a:r>
            <a:endParaRPr sz="10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9" name="Google Shape;329;p41"/>
          <p:cNvSpPr txBox="1"/>
          <p:nvPr/>
        </p:nvSpPr>
        <p:spPr>
          <a:xfrm>
            <a:off x="4674304" y="3433820"/>
            <a:ext cx="4012500" cy="109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000"/>
              <a:t>multiple products</a:t>
            </a:r>
            <a:r>
              <a:rPr lang="en-GB" sz="1000"/>
              <a:t>, </a:t>
            </a:r>
            <a:r>
              <a:rPr b="1" lang="en-GB" sz="1000"/>
              <a:t>multiple depots</a:t>
            </a:r>
            <a:r>
              <a:rPr lang="en-GB" sz="1000"/>
              <a:t>, multiple sources.</a:t>
            </a:r>
            <a:endParaRPr sz="1000"/>
          </a:p>
          <a:p>
            <a:pPr indent="0" lvl="0" marL="0" rtl="0" algn="l">
              <a:spcBef>
                <a:spcPts val="0"/>
              </a:spcBef>
              <a:spcAft>
                <a:spcPts val="0"/>
              </a:spcAft>
              <a:buNone/>
            </a:pPr>
            <a:r>
              <a:rPr lang="en-GB" sz="1000"/>
              <a:t>many drivers, many trailers , </a:t>
            </a:r>
            <a:r>
              <a:rPr b="1" lang="en-GB" sz="1000"/>
              <a:t>many tractors</a:t>
            </a:r>
            <a:endParaRPr b="1" sz="1000"/>
          </a:p>
          <a:p>
            <a:pPr indent="0" lvl="0" marL="0" rtl="0" algn="l">
              <a:spcBef>
                <a:spcPts val="0"/>
              </a:spcBef>
              <a:spcAft>
                <a:spcPts val="0"/>
              </a:spcAft>
              <a:buNone/>
            </a:pPr>
            <a:r>
              <a:rPr b="1" lang="en-GB" sz="1000"/>
              <a:t>Complete layovers policy, start times</a:t>
            </a:r>
            <a:endParaRPr b="1" sz="1000"/>
          </a:p>
          <a:p>
            <a:pPr indent="0" lvl="0" marL="0" rtl="0" algn="l">
              <a:spcBef>
                <a:spcPts val="0"/>
              </a:spcBef>
              <a:spcAft>
                <a:spcPts val="0"/>
              </a:spcAft>
              <a:buNone/>
            </a:pPr>
            <a:r>
              <a:rPr lang="en-GB" sz="1000"/>
              <a:t>Customer and </a:t>
            </a:r>
            <a:r>
              <a:rPr b="1" lang="en-GB" sz="1000"/>
              <a:t>sources opening hours</a:t>
            </a:r>
            <a:endParaRPr b="1" sz="1000"/>
          </a:p>
          <a:p>
            <a:pPr indent="0" lvl="0" marL="0" rtl="0" algn="l">
              <a:spcBef>
                <a:spcPts val="0"/>
              </a:spcBef>
              <a:spcAft>
                <a:spcPts val="0"/>
              </a:spcAft>
              <a:buNone/>
            </a:pPr>
            <a:r>
              <a:rPr lang="en-GB" sz="1000"/>
              <a:t>Sources, customers, vehicle compatibility</a:t>
            </a:r>
            <a:endParaRPr sz="1000"/>
          </a:p>
          <a:p>
            <a:pPr indent="0" lvl="0" marL="0" rtl="0" algn="l">
              <a:spcBef>
                <a:spcPts val="0"/>
              </a:spcBef>
              <a:spcAft>
                <a:spcPts val="0"/>
              </a:spcAft>
              <a:buNone/>
            </a:pPr>
            <a:r>
              <a:rPr lang="en-GB" sz="1000"/>
              <a:t>Availability constraints of all resources </a:t>
            </a:r>
            <a:endParaRPr sz="1000"/>
          </a:p>
          <a:p>
            <a:pPr indent="0" lvl="0" marL="0" rtl="0" algn="l">
              <a:spcBef>
                <a:spcPts val="0"/>
              </a:spcBef>
              <a:spcAft>
                <a:spcPts val="0"/>
              </a:spcAft>
              <a:buNone/>
            </a:pPr>
            <a:r>
              <a:rPr lang="en-GB" sz="1000"/>
              <a:t>Driving time &amp; </a:t>
            </a:r>
            <a:r>
              <a:rPr b="1" lang="en-GB" sz="1000"/>
              <a:t>working time constraints</a:t>
            </a:r>
            <a:endParaRPr b="1" sz="1000"/>
          </a:p>
          <a:p>
            <a:pPr indent="0" lvl="0" marL="0" rtl="0" algn="l">
              <a:spcBef>
                <a:spcPts val="0"/>
              </a:spcBef>
              <a:spcAft>
                <a:spcPts val="0"/>
              </a:spcAft>
              <a:buNone/>
            </a:pPr>
            <a:r>
              <a:rPr b="1" lang="en-GB" sz="1000"/>
              <a:t>Surrogate </a:t>
            </a:r>
            <a:r>
              <a:rPr lang="en-GB" sz="1000"/>
              <a:t>Logistic ratio</a:t>
            </a:r>
            <a:endParaRPr sz="1000"/>
          </a:p>
        </p:txBody>
      </p:sp>
      <p:sp>
        <p:nvSpPr>
          <p:cNvPr id="330" name="Google Shape;330;p41"/>
          <p:cNvSpPr txBox="1"/>
          <p:nvPr/>
        </p:nvSpPr>
        <p:spPr>
          <a:xfrm>
            <a:off x="2750673" y="3739744"/>
            <a:ext cx="2355300" cy="38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t>Tenor scope</a:t>
            </a:r>
            <a:endParaRPr b="1"/>
          </a:p>
        </p:txBody>
      </p:sp>
      <p:sp>
        <p:nvSpPr>
          <p:cNvPr id="331" name="Google Shape;331;p41"/>
          <p:cNvSpPr txBox="1"/>
          <p:nvPr/>
        </p:nvSpPr>
        <p:spPr>
          <a:xfrm>
            <a:off x="6169475" y="802875"/>
            <a:ext cx="657600" cy="3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100%</a:t>
            </a:r>
            <a:endParaRPr b="1"/>
          </a:p>
        </p:txBody>
      </p:sp>
      <p:sp>
        <p:nvSpPr>
          <p:cNvPr id="332" name="Google Shape;332;p41"/>
          <p:cNvSpPr txBox="1"/>
          <p:nvPr/>
        </p:nvSpPr>
        <p:spPr>
          <a:xfrm>
            <a:off x="4245425" y="1211756"/>
            <a:ext cx="2182800" cy="3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Challenge Scope</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2"/>
          <p:cNvSpPr txBox="1"/>
          <p:nvPr>
            <p:ph type="title"/>
          </p:nvPr>
        </p:nvSpPr>
        <p:spPr>
          <a:xfrm>
            <a:off x="457200" y="91976"/>
            <a:ext cx="8229600" cy="320700"/>
          </a:xfrm>
          <a:prstGeom prst="rect">
            <a:avLst/>
          </a:prstGeom>
          <a:noFill/>
          <a:ln>
            <a:noFill/>
          </a:ln>
        </p:spPr>
        <p:txBody>
          <a:bodyPr anchorCtr="0" anchor="ctr" bIns="0" lIns="36000" spcFirstLastPara="1" rIns="36000" wrap="square" tIns="0">
            <a:noAutofit/>
          </a:bodyPr>
          <a:lstStyle/>
          <a:p>
            <a:pPr indent="0" lvl="0" marL="0" marR="0" rtl="0" algn="l">
              <a:spcBef>
                <a:spcPts val="0"/>
              </a:spcBef>
              <a:spcAft>
                <a:spcPts val="0"/>
              </a:spcAft>
              <a:buNone/>
            </a:pPr>
            <a:r>
              <a:rPr lang="en-GB">
                <a:solidFill>
                  <a:schemeClr val="dk1"/>
                </a:solidFill>
              </a:rPr>
              <a:t>Complexity of Instances for the Challenge</a:t>
            </a:r>
            <a:endParaRPr b="0" i="0" sz="2600" u="none" cap="none" strike="noStrike">
              <a:solidFill>
                <a:schemeClr val="dk1"/>
              </a:solidFill>
              <a:latin typeface="Arial"/>
              <a:ea typeface="Arial"/>
              <a:cs typeface="Arial"/>
              <a:sym typeface="Arial"/>
            </a:endParaRPr>
          </a:p>
        </p:txBody>
      </p:sp>
      <p:sp>
        <p:nvSpPr>
          <p:cNvPr id="338" name="Google Shape;338;p42"/>
          <p:cNvSpPr txBox="1"/>
          <p:nvPr>
            <p:ph idx="10" type="dt"/>
          </p:nvPr>
        </p:nvSpPr>
        <p:spPr>
          <a:xfrm>
            <a:off x="880900" y="3627239"/>
            <a:ext cx="303600" cy="69000"/>
          </a:xfrm>
          <a:prstGeom prst="rect">
            <a:avLst/>
          </a:prstGeom>
          <a:noFill/>
          <a:ln>
            <a:noFill/>
          </a:ln>
        </p:spPr>
        <p:txBody>
          <a:bodyPr anchorCtr="0" anchor="t" bIns="0" lIns="36000" spcFirstLastPara="1" rIns="36000" wrap="square" tIns="0">
            <a:noAutofit/>
          </a:bodyPr>
          <a:lstStyle/>
          <a:p>
            <a:pPr indent="0" lvl="0" marL="0" marR="0" rtl="0" algn="ctr">
              <a:spcBef>
                <a:spcPts val="0"/>
              </a:spcBef>
              <a:spcAft>
                <a:spcPts val="0"/>
              </a:spcAft>
              <a:buNone/>
            </a:pPr>
            <a:r>
              <a:rPr b="0" i="0" lang="en-GB" sz="800" u="none" cap="none" strike="noStrike">
                <a:solidFill>
                  <a:schemeClr val="dk1"/>
                </a:solidFill>
                <a:latin typeface="Arial"/>
                <a:ea typeface="Arial"/>
                <a:cs typeface="Arial"/>
                <a:sym typeface="Arial"/>
              </a:rPr>
              <a:t>2014</a:t>
            </a:r>
            <a:endParaRPr b="0" i="0" sz="800" u="none" cap="none" strike="noStrike">
              <a:solidFill>
                <a:schemeClr val="dk1"/>
              </a:solidFill>
              <a:latin typeface="Arial"/>
              <a:ea typeface="Arial"/>
              <a:cs typeface="Arial"/>
              <a:sym typeface="Arial"/>
            </a:endParaRPr>
          </a:p>
        </p:txBody>
      </p:sp>
      <p:graphicFrame>
        <p:nvGraphicFramePr>
          <p:cNvPr id="339" name="Google Shape;339;p42"/>
          <p:cNvGraphicFramePr/>
          <p:nvPr/>
        </p:nvGraphicFramePr>
        <p:xfrm>
          <a:off x="4048250" y="588994"/>
          <a:ext cx="3000000" cy="3000000"/>
        </p:xfrm>
        <a:graphic>
          <a:graphicData uri="http://schemas.openxmlformats.org/drawingml/2006/table">
            <a:tbl>
              <a:tblPr>
                <a:noFill/>
                <a:tableStyleId>{A321A919-760B-4B3C-8E1D-7B803A934F06}</a:tableStyleId>
              </a:tblPr>
              <a:tblGrid>
                <a:gridCol w="1050750"/>
                <a:gridCol w="343475"/>
                <a:gridCol w="1112300"/>
                <a:gridCol w="448950"/>
                <a:gridCol w="699875"/>
                <a:gridCol w="540950"/>
                <a:gridCol w="634250"/>
              </a:tblGrid>
              <a:tr h="119700">
                <a:tc>
                  <a:txBody>
                    <a:bodyPr/>
                    <a:lstStyle/>
                    <a:p>
                      <a:pPr indent="0" lvl="0" marL="0" rtl="0" algn="l">
                        <a:lnSpc>
                          <a:spcPct val="115000"/>
                        </a:lnSpc>
                        <a:spcBef>
                          <a:spcPts val="0"/>
                        </a:spcBef>
                        <a:spcAft>
                          <a:spcPts val="0"/>
                        </a:spcAft>
                        <a:buNone/>
                      </a:pPr>
                      <a:r>
                        <a:rPr b="1" lang="en-GB" sz="700">
                          <a:latin typeface="Calibri"/>
                          <a:ea typeface="Calibri"/>
                          <a:cs typeface="Calibri"/>
                          <a:sym typeface="Calibri"/>
                        </a:rPr>
                        <a:t>Qualif/Final</a:t>
                      </a:r>
                      <a:endParaRPr b="1"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GB" sz="700">
                          <a:latin typeface="Calibri"/>
                          <a:ea typeface="Calibri"/>
                          <a:cs typeface="Calibri"/>
                          <a:sym typeface="Calibri"/>
                        </a:rPr>
                        <a:t>code</a:t>
                      </a:r>
                      <a:endParaRPr b="1"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GB" sz="700">
                          <a:latin typeface="Calibri"/>
                          <a:ea typeface="Calibri"/>
                          <a:cs typeface="Calibri"/>
                          <a:sym typeface="Calibri"/>
                        </a:rPr>
                        <a:t>Instance Name</a:t>
                      </a:r>
                      <a:endParaRPr b="1"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GB" sz="700">
                          <a:latin typeface="Calibri"/>
                          <a:ea typeface="Calibri"/>
                          <a:cs typeface="Calibri"/>
                          <a:sym typeface="Calibri"/>
                        </a:rPr>
                        <a:t>Horizon</a:t>
                      </a:r>
                      <a:endParaRPr b="1"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GB" sz="700">
                          <a:latin typeface="Calibri"/>
                          <a:ea typeface="Calibri"/>
                          <a:cs typeface="Calibri"/>
                          <a:sym typeface="Calibri"/>
                        </a:rPr>
                        <a:t>Nb customers</a:t>
                      </a:r>
                      <a:endParaRPr b="1"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GB" sz="700">
                          <a:latin typeface="Calibri"/>
                          <a:ea typeface="Calibri"/>
                          <a:cs typeface="Calibri"/>
                          <a:sym typeface="Calibri"/>
                        </a:rPr>
                        <a:t>Layovers</a:t>
                      </a:r>
                      <a:endParaRPr b="1"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GB" sz="700">
                          <a:latin typeface="Calibri"/>
                          <a:ea typeface="Calibri"/>
                          <a:cs typeface="Calibri"/>
                          <a:sym typeface="Calibri"/>
                        </a:rPr>
                        <a:t>Multisource</a:t>
                      </a:r>
                      <a:endParaRPr b="1"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119700">
                <a:tc rowSpan="11">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Qualification</a:t>
                      </a:r>
                      <a:endParaRPr sz="700">
                        <a:latin typeface="Calibri"/>
                        <a:ea typeface="Calibri"/>
                        <a:cs typeface="Calibri"/>
                        <a:sym typeface="Calibri"/>
                      </a:endParaRPr>
                    </a:p>
                  </a:txBody>
                  <a:tcPr marT="14300" marB="1430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Serious Game</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12</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2</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Serious Game</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12</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3</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Normandie</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53</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Normandie</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53</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Nord</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54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6</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Nord</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54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7</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IDF</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99</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8</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IDF</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99</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9</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IDF</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99</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Sud</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89</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11</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Sud</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89</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rowSpan="15">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Final</a:t>
                      </a:r>
                      <a:endParaRPr sz="700">
                        <a:latin typeface="Calibri"/>
                        <a:ea typeface="Calibri"/>
                        <a:cs typeface="Calibri"/>
                        <a:sym typeface="Calibri"/>
                      </a:endParaRPr>
                    </a:p>
                  </a:txBody>
                  <a:tcPr marT="14300" marB="1430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12</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ALFI IDF</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324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13</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Ouest</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53</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Ouest</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53</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Sud</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134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16</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IDF</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324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17</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Sud</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134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18</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Sud</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134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19</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Ouest</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53</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20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IDF</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324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21</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ALSF IDF</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324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22</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ALFI IDF</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324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23</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ALFI IDF</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324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24</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ALE Med O2 Portugal</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10</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32</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215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25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ALE Med O2 Portugal</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32</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9700">
                <a:tc vMerge="1"/>
                <a:tc>
                  <a:txBody>
                    <a:bodyPr/>
                    <a:lstStyle/>
                    <a:p>
                      <a:pPr indent="0" lvl="0" marL="0" rtl="0" algn="r">
                        <a:lnSpc>
                          <a:spcPct val="115000"/>
                        </a:lnSpc>
                        <a:spcBef>
                          <a:spcPts val="0"/>
                        </a:spcBef>
                        <a:spcAft>
                          <a:spcPts val="0"/>
                        </a:spcAft>
                        <a:buNone/>
                      </a:pPr>
                      <a:r>
                        <a:rPr lang="en-GB" sz="700">
                          <a:latin typeface="Calibri"/>
                          <a:ea typeface="Calibri"/>
                          <a:cs typeface="Calibri"/>
                          <a:sym typeface="Calibri"/>
                        </a:rPr>
                        <a:t>26</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700">
                          <a:latin typeface="Calibri"/>
                          <a:ea typeface="Calibri"/>
                          <a:cs typeface="Calibri"/>
                          <a:sym typeface="Calibri"/>
                        </a:rPr>
                        <a:t>ALE Med O2 Portugal</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35</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32</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X</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700">
                          <a:latin typeface="Calibri"/>
                          <a:ea typeface="Calibri"/>
                          <a:cs typeface="Calibri"/>
                          <a:sym typeface="Calibri"/>
                        </a:rPr>
                        <a:t>O</a:t>
                      </a:r>
                      <a:endParaRPr sz="700">
                        <a:latin typeface="Calibri"/>
                        <a:ea typeface="Calibri"/>
                        <a:cs typeface="Calibri"/>
                        <a:sym typeface="Calibri"/>
                      </a:endParaRPr>
                    </a:p>
                  </a:txBody>
                  <a:tcPr marT="14300" marB="1430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40" name="Google Shape;340;p42"/>
          <p:cNvSpPr txBox="1"/>
          <p:nvPr/>
        </p:nvSpPr>
        <p:spPr>
          <a:xfrm>
            <a:off x="194150" y="479638"/>
            <a:ext cx="3854100" cy="3297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a:t>Mainly taken from a short list of </a:t>
            </a:r>
            <a:r>
              <a:rPr b="1" lang="en-GB"/>
              <a:t>well-known Tenor contexts from IM &amp; HC</a:t>
            </a:r>
            <a:r>
              <a:rPr lang="en-GB"/>
              <a:t>: ALSF, ALE Healthcare, ALFI and serious game.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GB"/>
              <a:t>Instances were </a:t>
            </a:r>
            <a:r>
              <a:rPr b="1" lang="en-GB"/>
              <a:t>simplified and adapted to the challenge problem specifications</a:t>
            </a:r>
            <a:r>
              <a:rPr lang="en-GB"/>
              <a:t> while ensuring a good feasible solution.</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GB"/>
              <a:t>Instances for the qualification are naturally compatible with those of the final phase.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GB"/>
              <a:t>There are multiple variants of the same context with different horizons.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GB"/>
              <a:t>The </a:t>
            </a:r>
            <a:r>
              <a:rPr b="1" lang="en-GB"/>
              <a:t>most difficult instance</a:t>
            </a:r>
            <a:r>
              <a:rPr lang="en-GB"/>
              <a:t> is coming from ALFI Ile de France: </a:t>
            </a:r>
            <a:r>
              <a:rPr b="1" lang="en-GB"/>
              <a:t>324 customers and 35 days of optimization horizon</a:t>
            </a:r>
            <a:r>
              <a:rPr lang="en-GB"/>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3"/>
          <p:cNvSpPr txBox="1"/>
          <p:nvPr>
            <p:ph type="title"/>
          </p:nvPr>
        </p:nvSpPr>
        <p:spPr>
          <a:xfrm>
            <a:off x="2625500" y="485720"/>
            <a:ext cx="1876500" cy="123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Font typeface="Roboto"/>
              <a:buNone/>
            </a:pPr>
            <a:r>
              <a:rPr lang="en-GB"/>
              <a:t>2</a:t>
            </a:r>
            <a:endParaRPr/>
          </a:p>
        </p:txBody>
      </p:sp>
      <p:sp>
        <p:nvSpPr>
          <p:cNvPr id="346" name="Google Shape;346;p43"/>
          <p:cNvSpPr txBox="1"/>
          <p:nvPr>
            <p:ph idx="1" type="subTitle"/>
          </p:nvPr>
        </p:nvSpPr>
        <p:spPr>
          <a:xfrm>
            <a:off x="2568350" y="1495825"/>
            <a:ext cx="4594200" cy="194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Font typeface="Roboto"/>
              <a:buNone/>
            </a:pPr>
            <a:r>
              <a:rPr lang="en-GB"/>
              <a:t>Background on the resolution approaches to solve large scale combinatorial optimization problems</a:t>
            </a:r>
            <a:endParaRPr/>
          </a:p>
          <a:p>
            <a:pPr indent="0" lvl="0" marL="0" marR="0" rtl="0" algn="l">
              <a:lnSpc>
                <a:spcPct val="100000"/>
              </a:lnSpc>
              <a:spcBef>
                <a:spcPts val="0"/>
              </a:spcBef>
              <a:spcAft>
                <a:spcPts val="0"/>
              </a:spcAft>
              <a:buClr>
                <a:schemeClr val="lt1"/>
              </a:buClr>
              <a:buFont typeface="Roboto"/>
              <a:buNone/>
            </a:pPr>
            <a:r>
              <a:t/>
            </a:r>
            <a:endParaRPr/>
          </a:p>
        </p:txBody>
      </p:sp>
      <p:sp>
        <p:nvSpPr>
          <p:cNvPr id="347" name="Google Shape;347;p43"/>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p>
            <a:pPr indent="0" lvl="0" marL="0" marR="0" rtl="0" algn="r">
              <a:lnSpc>
                <a:spcPct val="100000"/>
              </a:lnSpc>
              <a:spcBef>
                <a:spcPts val="0"/>
              </a:spcBef>
              <a:spcAft>
                <a:spcPts val="0"/>
              </a:spcAft>
              <a:buClr>
                <a:schemeClr val="dk1"/>
              </a:buClr>
              <a:buFont typeface="Helvetica Neue"/>
              <a:buNone/>
            </a:pPr>
            <a:fld id="{00000000-1234-1234-1234-123412341234}" type="slidenum">
              <a:rPr b="1" i="0" lang="en-GB" sz="900" u="none" cap="none" strike="noStrike">
                <a:solidFill>
                  <a:schemeClr val="dk1"/>
                </a:solidFill>
                <a:latin typeface="Roboto"/>
                <a:ea typeface="Roboto"/>
                <a:cs typeface="Roboto"/>
                <a:sym typeface="Roboto"/>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4"/>
          <p:cNvSpPr txBox="1"/>
          <p:nvPr>
            <p:ph type="title"/>
          </p:nvPr>
        </p:nvSpPr>
        <p:spPr>
          <a:xfrm>
            <a:off x="620058" y="57843"/>
            <a:ext cx="71604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Exact Methods</a:t>
            </a:r>
            <a:endParaRPr/>
          </a:p>
        </p:txBody>
      </p:sp>
      <p:sp>
        <p:nvSpPr>
          <p:cNvPr id="354" name="Google Shape;354;p44"/>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sp>
        <p:nvSpPr>
          <p:cNvPr id="355" name="Google Shape;355;p44"/>
          <p:cNvSpPr/>
          <p:nvPr/>
        </p:nvSpPr>
        <p:spPr>
          <a:xfrm>
            <a:off x="81625" y="1004325"/>
            <a:ext cx="2722500" cy="36654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2"/>
              </a:solidFill>
              <a:latin typeface="Arial"/>
              <a:ea typeface="Arial"/>
              <a:cs typeface="Arial"/>
              <a:sym typeface="Arial"/>
            </a:endParaRPr>
          </a:p>
        </p:txBody>
      </p:sp>
      <p:sp>
        <p:nvSpPr>
          <p:cNvPr id="356" name="Google Shape;356;p44"/>
          <p:cNvSpPr txBox="1"/>
          <p:nvPr/>
        </p:nvSpPr>
        <p:spPr>
          <a:xfrm>
            <a:off x="219850" y="1004325"/>
            <a:ext cx="2722500" cy="3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3F3F3"/>
                </a:solidFill>
              </a:rPr>
              <a:t>        </a:t>
            </a:r>
            <a:r>
              <a:rPr lang="en-GB">
                <a:solidFill>
                  <a:srgbClr val="F3F3F3"/>
                </a:solidFill>
              </a:rPr>
              <a:t>Branch &amp; Bound</a:t>
            </a:r>
            <a:endParaRPr>
              <a:solidFill>
                <a:srgbClr val="F3F3F3"/>
              </a:solidFill>
            </a:endParaRPr>
          </a:p>
          <a:p>
            <a:pPr indent="0" lvl="0" marL="0" rtl="0" algn="l">
              <a:spcBef>
                <a:spcPts val="0"/>
              </a:spcBef>
              <a:spcAft>
                <a:spcPts val="0"/>
              </a:spcAft>
              <a:buNone/>
            </a:pPr>
            <a:r>
              <a:t/>
            </a:r>
            <a:endParaRPr>
              <a:solidFill>
                <a:srgbClr val="F3F3F3"/>
              </a:solidFill>
            </a:endParaRPr>
          </a:p>
          <a:p>
            <a:pPr indent="0" lvl="0" marL="0" rtl="0" algn="l">
              <a:spcBef>
                <a:spcPts val="0"/>
              </a:spcBef>
              <a:spcAft>
                <a:spcPts val="0"/>
              </a:spcAft>
              <a:buNone/>
            </a:pPr>
            <a:r>
              <a:rPr lang="en-GB" sz="1000">
                <a:solidFill>
                  <a:srgbClr val="F3F3F3"/>
                </a:solidFill>
              </a:rPr>
              <a:t>Systematic enumerative method for global optimization of nonconvex and combinatorial problems</a:t>
            </a:r>
            <a:endParaRPr sz="1000">
              <a:solidFill>
                <a:srgbClr val="F3F3F3"/>
              </a:solidFill>
            </a:endParaRPr>
          </a:p>
          <a:p>
            <a:pPr indent="0" lvl="0" marL="0" rtl="0" algn="l">
              <a:spcBef>
                <a:spcPts val="0"/>
              </a:spcBef>
              <a:spcAft>
                <a:spcPts val="0"/>
              </a:spcAft>
              <a:buNone/>
            </a:pPr>
            <a:r>
              <a:t/>
            </a:r>
            <a:endParaRPr sz="1000">
              <a:solidFill>
                <a:srgbClr val="F3F3F3"/>
              </a:solidFill>
            </a:endParaRPr>
          </a:p>
          <a:p>
            <a:pPr indent="0" lvl="0" marL="0" rtl="0" algn="l">
              <a:spcBef>
                <a:spcPts val="0"/>
              </a:spcBef>
              <a:spcAft>
                <a:spcPts val="0"/>
              </a:spcAft>
              <a:buNone/>
            </a:pPr>
            <a:r>
              <a:t/>
            </a:r>
            <a:endParaRPr sz="1000">
              <a:solidFill>
                <a:srgbClr val="F3F3F3"/>
              </a:solidFill>
            </a:endParaRPr>
          </a:p>
          <a:p>
            <a:pPr indent="0" lvl="0" marL="0" rtl="0" algn="l">
              <a:spcBef>
                <a:spcPts val="0"/>
              </a:spcBef>
              <a:spcAft>
                <a:spcPts val="0"/>
              </a:spcAft>
              <a:buNone/>
            </a:pPr>
            <a:r>
              <a:t/>
            </a:r>
            <a:endParaRPr sz="1000">
              <a:solidFill>
                <a:srgbClr val="F3F3F3"/>
              </a:solidFill>
            </a:endParaRPr>
          </a:p>
          <a:p>
            <a:pPr indent="0" lvl="0" marL="0" rtl="0" algn="l">
              <a:spcBef>
                <a:spcPts val="0"/>
              </a:spcBef>
              <a:spcAft>
                <a:spcPts val="0"/>
              </a:spcAft>
              <a:buNone/>
            </a:pPr>
            <a:r>
              <a:t/>
            </a:r>
            <a:endParaRPr sz="1000">
              <a:solidFill>
                <a:srgbClr val="F3F3F3"/>
              </a:solidFill>
            </a:endParaRPr>
          </a:p>
          <a:p>
            <a:pPr indent="0" lvl="0" marL="0" rtl="0" algn="l">
              <a:spcBef>
                <a:spcPts val="0"/>
              </a:spcBef>
              <a:spcAft>
                <a:spcPts val="0"/>
              </a:spcAft>
              <a:buNone/>
            </a:pPr>
            <a:r>
              <a:t/>
            </a:r>
            <a:endParaRPr sz="1000">
              <a:solidFill>
                <a:srgbClr val="F3F3F3"/>
              </a:solidFill>
            </a:endParaRPr>
          </a:p>
          <a:p>
            <a:pPr indent="0" lvl="0" marL="0" rtl="0" algn="l">
              <a:spcBef>
                <a:spcPts val="0"/>
              </a:spcBef>
              <a:spcAft>
                <a:spcPts val="0"/>
              </a:spcAft>
              <a:buNone/>
            </a:pPr>
            <a:r>
              <a:t/>
            </a:r>
            <a:endParaRPr sz="1000">
              <a:solidFill>
                <a:srgbClr val="F3F3F3"/>
              </a:solidFill>
            </a:endParaRPr>
          </a:p>
          <a:p>
            <a:pPr indent="0" lvl="0" marL="0" rtl="0" algn="l">
              <a:spcBef>
                <a:spcPts val="0"/>
              </a:spcBef>
              <a:spcAft>
                <a:spcPts val="0"/>
              </a:spcAft>
              <a:buNone/>
            </a:pPr>
            <a:r>
              <a:t/>
            </a:r>
            <a:endParaRPr sz="1000">
              <a:solidFill>
                <a:srgbClr val="F3F3F3"/>
              </a:solidFill>
            </a:endParaRPr>
          </a:p>
          <a:p>
            <a:pPr indent="0" lvl="0" marL="0" rtl="0" algn="l">
              <a:spcBef>
                <a:spcPts val="0"/>
              </a:spcBef>
              <a:spcAft>
                <a:spcPts val="0"/>
              </a:spcAft>
              <a:buNone/>
            </a:pPr>
            <a:r>
              <a:t/>
            </a:r>
            <a:endParaRPr sz="1000">
              <a:solidFill>
                <a:srgbClr val="F3F3F3"/>
              </a:solidFill>
            </a:endParaRPr>
          </a:p>
          <a:p>
            <a:pPr indent="0" lvl="0" marL="0" rtl="0" algn="l">
              <a:spcBef>
                <a:spcPts val="0"/>
              </a:spcBef>
              <a:spcAft>
                <a:spcPts val="0"/>
              </a:spcAft>
              <a:buNone/>
            </a:pPr>
            <a:r>
              <a:t/>
            </a:r>
            <a:endParaRPr sz="1000">
              <a:solidFill>
                <a:srgbClr val="F3F3F3"/>
              </a:solidFill>
            </a:endParaRPr>
          </a:p>
          <a:p>
            <a:pPr indent="0" lvl="0" marL="0" rtl="0" algn="l">
              <a:spcBef>
                <a:spcPts val="0"/>
              </a:spcBef>
              <a:spcAft>
                <a:spcPts val="0"/>
              </a:spcAft>
              <a:buNone/>
            </a:pPr>
            <a:r>
              <a:rPr lang="en-GB" sz="1000">
                <a:solidFill>
                  <a:srgbClr val="F3F3F3"/>
                </a:solidFill>
              </a:rPr>
              <a:t>Three main components:</a:t>
            </a:r>
            <a:endParaRPr sz="1000">
              <a:solidFill>
                <a:srgbClr val="F3F3F3"/>
              </a:solidFill>
            </a:endParaRPr>
          </a:p>
          <a:p>
            <a:pPr indent="-292100" lvl="0" marL="457200" rtl="0" algn="l">
              <a:spcBef>
                <a:spcPts val="0"/>
              </a:spcBef>
              <a:spcAft>
                <a:spcPts val="0"/>
              </a:spcAft>
              <a:buClr>
                <a:srgbClr val="F3F3F3"/>
              </a:buClr>
              <a:buSzPts val="1000"/>
              <a:buAutoNum type="arabicPeriod"/>
            </a:pPr>
            <a:r>
              <a:rPr lang="en-GB" sz="1000">
                <a:solidFill>
                  <a:srgbClr val="F3F3F3"/>
                </a:solidFill>
              </a:rPr>
              <a:t>a bounding function</a:t>
            </a:r>
            <a:endParaRPr sz="1000">
              <a:solidFill>
                <a:srgbClr val="F3F3F3"/>
              </a:solidFill>
            </a:endParaRPr>
          </a:p>
          <a:p>
            <a:pPr indent="-292100" lvl="0" marL="457200" rtl="0" algn="l">
              <a:spcBef>
                <a:spcPts val="0"/>
              </a:spcBef>
              <a:spcAft>
                <a:spcPts val="0"/>
              </a:spcAft>
              <a:buClr>
                <a:srgbClr val="F3F3F3"/>
              </a:buClr>
              <a:buSzPts val="1000"/>
              <a:buAutoNum type="arabicPeriod"/>
            </a:pPr>
            <a:r>
              <a:rPr lang="en-GB" sz="1000">
                <a:solidFill>
                  <a:srgbClr val="F3F3F3"/>
                </a:solidFill>
              </a:rPr>
              <a:t>a strategy for selecting the live solution subspace to be investigated in the current iteration</a:t>
            </a:r>
            <a:endParaRPr sz="1000">
              <a:solidFill>
                <a:srgbClr val="F3F3F3"/>
              </a:solidFill>
            </a:endParaRPr>
          </a:p>
          <a:p>
            <a:pPr indent="-292100" lvl="0" marL="457200" rtl="0" algn="l">
              <a:spcBef>
                <a:spcPts val="0"/>
              </a:spcBef>
              <a:spcAft>
                <a:spcPts val="0"/>
              </a:spcAft>
              <a:buClr>
                <a:srgbClr val="F3F3F3"/>
              </a:buClr>
              <a:buSzPts val="1000"/>
              <a:buAutoNum type="arabicPeriod"/>
            </a:pPr>
            <a:r>
              <a:rPr lang="en-GB" sz="1000">
                <a:solidFill>
                  <a:srgbClr val="F3F3F3"/>
                </a:solidFill>
              </a:rPr>
              <a:t>a branching rule to be applied</a:t>
            </a:r>
            <a:endParaRPr sz="1000">
              <a:solidFill>
                <a:srgbClr val="F3F3F3"/>
              </a:solidFill>
            </a:endParaRPr>
          </a:p>
          <a:p>
            <a:pPr indent="0" lvl="0" marL="0" rtl="0" algn="l">
              <a:spcBef>
                <a:spcPts val="0"/>
              </a:spcBef>
              <a:spcAft>
                <a:spcPts val="0"/>
              </a:spcAft>
              <a:buNone/>
            </a:pPr>
            <a:r>
              <a:t/>
            </a:r>
            <a:endParaRPr sz="1000">
              <a:solidFill>
                <a:srgbClr val="F3F3F3"/>
              </a:solidFill>
            </a:endParaRPr>
          </a:p>
        </p:txBody>
      </p:sp>
      <p:sp>
        <p:nvSpPr>
          <p:cNvPr id="357" name="Google Shape;357;p44"/>
          <p:cNvSpPr/>
          <p:nvPr/>
        </p:nvSpPr>
        <p:spPr>
          <a:xfrm>
            <a:off x="3210750" y="1004325"/>
            <a:ext cx="2722500" cy="36654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2"/>
              </a:solidFill>
              <a:latin typeface="Arial"/>
              <a:ea typeface="Arial"/>
              <a:cs typeface="Arial"/>
              <a:sym typeface="Arial"/>
            </a:endParaRPr>
          </a:p>
        </p:txBody>
      </p:sp>
      <p:sp>
        <p:nvSpPr>
          <p:cNvPr id="358" name="Google Shape;358;p44"/>
          <p:cNvSpPr/>
          <p:nvPr/>
        </p:nvSpPr>
        <p:spPr>
          <a:xfrm>
            <a:off x="6241625" y="1004325"/>
            <a:ext cx="2722500" cy="36654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2"/>
              </a:solidFill>
              <a:latin typeface="Arial"/>
              <a:ea typeface="Arial"/>
              <a:cs typeface="Arial"/>
              <a:sym typeface="Arial"/>
            </a:endParaRPr>
          </a:p>
        </p:txBody>
      </p:sp>
      <p:sp>
        <p:nvSpPr>
          <p:cNvPr id="359" name="Google Shape;359;p44"/>
          <p:cNvSpPr txBox="1"/>
          <p:nvPr/>
        </p:nvSpPr>
        <p:spPr>
          <a:xfrm>
            <a:off x="3760625" y="1026675"/>
            <a:ext cx="1484100" cy="3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3F3F3"/>
                </a:solidFill>
              </a:rPr>
              <a:t>Branch &amp; Price</a:t>
            </a:r>
            <a:endParaRPr>
              <a:solidFill>
                <a:srgbClr val="F3F3F3"/>
              </a:solidFill>
            </a:endParaRPr>
          </a:p>
        </p:txBody>
      </p:sp>
      <p:sp>
        <p:nvSpPr>
          <p:cNvPr id="360" name="Google Shape;360;p44"/>
          <p:cNvSpPr txBox="1"/>
          <p:nvPr/>
        </p:nvSpPr>
        <p:spPr>
          <a:xfrm>
            <a:off x="7012975" y="1038063"/>
            <a:ext cx="1484100" cy="2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3F3F3"/>
                </a:solidFill>
              </a:rPr>
              <a:t>Branch &amp; Cut</a:t>
            </a:r>
            <a:endParaRPr>
              <a:solidFill>
                <a:srgbClr val="F3F3F3"/>
              </a:solidFill>
            </a:endParaRPr>
          </a:p>
        </p:txBody>
      </p:sp>
      <p:pic>
        <p:nvPicPr>
          <p:cNvPr id="361" name="Google Shape;361;p44"/>
          <p:cNvPicPr preferRelativeResize="0"/>
          <p:nvPr/>
        </p:nvPicPr>
        <p:blipFill>
          <a:blip r:embed="rId3">
            <a:alphaModFix/>
          </a:blip>
          <a:stretch>
            <a:fillRect/>
          </a:stretch>
        </p:blipFill>
        <p:spPr>
          <a:xfrm>
            <a:off x="143025" y="2111450"/>
            <a:ext cx="2599699" cy="1194226"/>
          </a:xfrm>
          <a:prstGeom prst="rect">
            <a:avLst/>
          </a:prstGeom>
          <a:noFill/>
          <a:ln>
            <a:noFill/>
          </a:ln>
        </p:spPr>
      </p:pic>
      <p:pic>
        <p:nvPicPr>
          <p:cNvPr id="362" name="Google Shape;362;p44"/>
          <p:cNvPicPr preferRelativeResize="0"/>
          <p:nvPr/>
        </p:nvPicPr>
        <p:blipFill>
          <a:blip r:embed="rId4">
            <a:alphaModFix/>
          </a:blip>
          <a:stretch>
            <a:fillRect/>
          </a:stretch>
        </p:blipFill>
        <p:spPr>
          <a:xfrm>
            <a:off x="3285362" y="2677462"/>
            <a:ext cx="2573299" cy="1834100"/>
          </a:xfrm>
          <a:prstGeom prst="rect">
            <a:avLst/>
          </a:prstGeom>
          <a:noFill/>
          <a:ln>
            <a:noFill/>
          </a:ln>
        </p:spPr>
      </p:pic>
      <p:pic>
        <p:nvPicPr>
          <p:cNvPr id="363" name="Google Shape;363;p44"/>
          <p:cNvPicPr preferRelativeResize="0"/>
          <p:nvPr/>
        </p:nvPicPr>
        <p:blipFill>
          <a:blip r:embed="rId5">
            <a:alphaModFix/>
          </a:blip>
          <a:stretch>
            <a:fillRect/>
          </a:stretch>
        </p:blipFill>
        <p:spPr>
          <a:xfrm>
            <a:off x="3292252" y="1407012"/>
            <a:ext cx="2559486" cy="1194225"/>
          </a:xfrm>
          <a:prstGeom prst="rect">
            <a:avLst/>
          </a:prstGeom>
          <a:noFill/>
          <a:ln>
            <a:noFill/>
          </a:ln>
        </p:spPr>
      </p:pic>
      <p:pic>
        <p:nvPicPr>
          <p:cNvPr id="364" name="Google Shape;364;p44"/>
          <p:cNvPicPr preferRelativeResize="0"/>
          <p:nvPr/>
        </p:nvPicPr>
        <p:blipFill>
          <a:blip r:embed="rId6">
            <a:alphaModFix/>
          </a:blip>
          <a:stretch>
            <a:fillRect/>
          </a:stretch>
        </p:blipFill>
        <p:spPr>
          <a:xfrm>
            <a:off x="6339875" y="1419892"/>
            <a:ext cx="2573301" cy="1210683"/>
          </a:xfrm>
          <a:prstGeom prst="rect">
            <a:avLst/>
          </a:prstGeom>
          <a:noFill/>
          <a:ln>
            <a:noFill/>
          </a:ln>
        </p:spPr>
      </p:pic>
      <p:pic>
        <p:nvPicPr>
          <p:cNvPr id="365" name="Google Shape;365;p44"/>
          <p:cNvPicPr preferRelativeResize="0"/>
          <p:nvPr/>
        </p:nvPicPr>
        <p:blipFill>
          <a:blip r:embed="rId7">
            <a:alphaModFix/>
          </a:blip>
          <a:stretch>
            <a:fillRect/>
          </a:stretch>
        </p:blipFill>
        <p:spPr>
          <a:xfrm>
            <a:off x="7593288" y="2732800"/>
            <a:ext cx="1310539" cy="1045925"/>
          </a:xfrm>
          <a:prstGeom prst="rect">
            <a:avLst/>
          </a:prstGeom>
          <a:noFill/>
          <a:ln>
            <a:noFill/>
          </a:ln>
        </p:spPr>
      </p:pic>
      <p:pic>
        <p:nvPicPr>
          <p:cNvPr id="366" name="Google Shape;366;p44"/>
          <p:cNvPicPr preferRelativeResize="0"/>
          <p:nvPr/>
        </p:nvPicPr>
        <p:blipFill>
          <a:blip r:embed="rId8">
            <a:alphaModFix/>
          </a:blip>
          <a:stretch>
            <a:fillRect/>
          </a:stretch>
        </p:blipFill>
        <p:spPr>
          <a:xfrm>
            <a:off x="6301913" y="2732811"/>
            <a:ext cx="1249675" cy="10459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5"/>
          <p:cNvSpPr txBox="1"/>
          <p:nvPr>
            <p:ph type="title"/>
          </p:nvPr>
        </p:nvSpPr>
        <p:spPr>
          <a:xfrm>
            <a:off x="620049" y="79350"/>
            <a:ext cx="81231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Approached methods</a:t>
            </a:r>
            <a:endParaRPr/>
          </a:p>
        </p:txBody>
      </p:sp>
      <p:sp>
        <p:nvSpPr>
          <p:cNvPr id="373" name="Google Shape;373;p45"/>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sp>
        <p:nvSpPr>
          <p:cNvPr id="374" name="Google Shape;374;p45"/>
          <p:cNvSpPr/>
          <p:nvPr/>
        </p:nvSpPr>
        <p:spPr>
          <a:xfrm>
            <a:off x="81625" y="1004325"/>
            <a:ext cx="2722500" cy="32790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2"/>
              </a:solidFill>
              <a:latin typeface="Arial"/>
              <a:ea typeface="Arial"/>
              <a:cs typeface="Arial"/>
              <a:sym typeface="Arial"/>
            </a:endParaRPr>
          </a:p>
        </p:txBody>
      </p:sp>
      <p:sp>
        <p:nvSpPr>
          <p:cNvPr id="375" name="Google Shape;375;p45"/>
          <p:cNvSpPr/>
          <p:nvPr/>
        </p:nvSpPr>
        <p:spPr>
          <a:xfrm>
            <a:off x="3210750" y="1004325"/>
            <a:ext cx="2722500" cy="32790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2"/>
              </a:solidFill>
              <a:latin typeface="Arial"/>
              <a:ea typeface="Arial"/>
              <a:cs typeface="Arial"/>
              <a:sym typeface="Arial"/>
            </a:endParaRPr>
          </a:p>
        </p:txBody>
      </p:sp>
      <p:sp>
        <p:nvSpPr>
          <p:cNvPr id="376" name="Google Shape;376;p45"/>
          <p:cNvSpPr/>
          <p:nvPr/>
        </p:nvSpPr>
        <p:spPr>
          <a:xfrm>
            <a:off x="6221425" y="1004325"/>
            <a:ext cx="2820000" cy="33270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2"/>
              </a:solidFill>
              <a:latin typeface="Arial"/>
              <a:ea typeface="Arial"/>
              <a:cs typeface="Arial"/>
              <a:sym typeface="Arial"/>
            </a:endParaRPr>
          </a:p>
        </p:txBody>
      </p:sp>
      <p:sp>
        <p:nvSpPr>
          <p:cNvPr id="377" name="Google Shape;377;p45"/>
          <p:cNvSpPr txBox="1"/>
          <p:nvPr/>
        </p:nvSpPr>
        <p:spPr>
          <a:xfrm>
            <a:off x="620050" y="1004325"/>
            <a:ext cx="1484100" cy="3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3F3F3"/>
                </a:solidFill>
              </a:rPr>
              <a:t>Meta-heuristics</a:t>
            </a:r>
            <a:endParaRPr>
              <a:solidFill>
                <a:srgbClr val="F3F3F3"/>
              </a:solidFill>
            </a:endParaRPr>
          </a:p>
        </p:txBody>
      </p:sp>
      <p:sp>
        <p:nvSpPr>
          <p:cNvPr id="378" name="Google Shape;378;p45"/>
          <p:cNvSpPr txBox="1"/>
          <p:nvPr/>
        </p:nvSpPr>
        <p:spPr>
          <a:xfrm>
            <a:off x="3760625" y="1026675"/>
            <a:ext cx="1484100" cy="3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3F3F3"/>
                </a:solidFill>
              </a:rPr>
              <a:t>Maths-heuristics</a:t>
            </a:r>
            <a:endParaRPr>
              <a:solidFill>
                <a:srgbClr val="F3F3F3"/>
              </a:solidFill>
            </a:endParaRPr>
          </a:p>
        </p:txBody>
      </p:sp>
      <p:sp>
        <p:nvSpPr>
          <p:cNvPr id="379" name="Google Shape;379;p45"/>
          <p:cNvSpPr txBox="1"/>
          <p:nvPr/>
        </p:nvSpPr>
        <p:spPr>
          <a:xfrm>
            <a:off x="6938900" y="1037625"/>
            <a:ext cx="1484100" cy="3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3F3F3"/>
                </a:solidFill>
              </a:rPr>
              <a:t>Hyper-heuristics</a:t>
            </a:r>
            <a:endParaRPr>
              <a:solidFill>
                <a:srgbClr val="F3F3F3"/>
              </a:solidFill>
            </a:endParaRPr>
          </a:p>
        </p:txBody>
      </p:sp>
      <p:pic>
        <p:nvPicPr>
          <p:cNvPr id="380" name="Google Shape;380;p45"/>
          <p:cNvPicPr preferRelativeResize="0"/>
          <p:nvPr/>
        </p:nvPicPr>
        <p:blipFill>
          <a:blip r:embed="rId3">
            <a:alphaModFix/>
          </a:blip>
          <a:stretch>
            <a:fillRect/>
          </a:stretch>
        </p:blipFill>
        <p:spPr>
          <a:xfrm>
            <a:off x="3251300" y="2442075"/>
            <a:ext cx="2578825" cy="1620950"/>
          </a:xfrm>
          <a:prstGeom prst="rect">
            <a:avLst/>
          </a:prstGeom>
          <a:noFill/>
          <a:ln>
            <a:noFill/>
          </a:ln>
        </p:spPr>
      </p:pic>
      <p:sp>
        <p:nvSpPr>
          <p:cNvPr id="381" name="Google Shape;381;p45"/>
          <p:cNvSpPr txBox="1"/>
          <p:nvPr/>
        </p:nvSpPr>
        <p:spPr>
          <a:xfrm>
            <a:off x="3398650" y="1437600"/>
            <a:ext cx="2362200" cy="7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lt1"/>
                </a:solidFill>
              </a:rPr>
              <a:t>Combine heuristic with mathematical programming</a:t>
            </a:r>
            <a:endParaRPr sz="1000">
              <a:solidFill>
                <a:schemeClr val="lt1"/>
              </a:solidFill>
            </a:endParaRPr>
          </a:p>
          <a:p>
            <a:pPr indent="0" lvl="0" marL="0" rtl="0" algn="l">
              <a:spcBef>
                <a:spcPts val="0"/>
              </a:spcBef>
              <a:spcAft>
                <a:spcPts val="0"/>
              </a:spcAft>
              <a:buNone/>
            </a:pPr>
            <a:r>
              <a:t/>
            </a:r>
            <a:endParaRPr sz="1000">
              <a:solidFill>
                <a:schemeClr val="lt1"/>
              </a:solidFill>
            </a:endParaRPr>
          </a:p>
          <a:p>
            <a:pPr indent="0" lvl="0" marL="0" rtl="0" algn="l">
              <a:spcBef>
                <a:spcPts val="0"/>
              </a:spcBef>
              <a:spcAft>
                <a:spcPts val="0"/>
              </a:spcAft>
              <a:buNone/>
            </a:pPr>
            <a:r>
              <a:t/>
            </a:r>
            <a:endParaRPr sz="1000">
              <a:solidFill>
                <a:schemeClr val="lt1"/>
              </a:solidFill>
            </a:endParaRPr>
          </a:p>
          <a:p>
            <a:pPr indent="0" lvl="0" marL="0" rtl="0" algn="l">
              <a:spcBef>
                <a:spcPts val="0"/>
              </a:spcBef>
              <a:spcAft>
                <a:spcPts val="0"/>
              </a:spcAft>
              <a:buNone/>
            </a:pPr>
            <a:r>
              <a:rPr lang="en-GB" sz="1000">
                <a:solidFill>
                  <a:schemeClr val="lt1"/>
                </a:solidFill>
              </a:rPr>
              <a:t>Example (3rd team of the challenge) </a:t>
            </a:r>
            <a:endParaRPr sz="1000">
              <a:solidFill>
                <a:schemeClr val="lt1"/>
              </a:solidFill>
            </a:endParaRPr>
          </a:p>
        </p:txBody>
      </p:sp>
      <p:sp>
        <p:nvSpPr>
          <p:cNvPr id="382" name="Google Shape;382;p45"/>
          <p:cNvSpPr txBox="1"/>
          <p:nvPr/>
        </p:nvSpPr>
        <p:spPr>
          <a:xfrm>
            <a:off x="154100" y="1362825"/>
            <a:ext cx="2578800" cy="2764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GB">
                <a:solidFill>
                  <a:schemeClr val="lt1"/>
                </a:solidFill>
              </a:rPr>
              <a:t> </a:t>
            </a:r>
            <a:r>
              <a:rPr lang="en-GB" sz="1100">
                <a:solidFill>
                  <a:schemeClr val="lt1"/>
                </a:solidFill>
              </a:rPr>
              <a:t>Higher-level heuristic designed to find, generate, or select a heuristic that may provide a sufficiently good solution to an optimization problem, especially with incomplete or imperfect information or limited computation capacity</a:t>
            </a:r>
            <a:r>
              <a:rPr lang="en-GB">
                <a:solidFill>
                  <a:schemeClr val="lt1"/>
                </a:solidFill>
              </a:rPr>
              <a:t>.</a:t>
            </a:r>
            <a:endParaRPr>
              <a:solidFill>
                <a:schemeClr val="lt1"/>
              </a:solidFill>
            </a:endParaRPr>
          </a:p>
          <a:p>
            <a:pPr indent="0" lvl="0" marL="0" rtl="0" algn="l">
              <a:spcBef>
                <a:spcPts val="0"/>
              </a:spcBef>
              <a:spcAft>
                <a:spcPts val="0"/>
              </a:spcAft>
              <a:buNone/>
            </a:pPr>
            <a:r>
              <a:t/>
            </a:r>
            <a:endParaRPr sz="1000">
              <a:solidFill>
                <a:schemeClr val="lt1"/>
              </a:solidFill>
            </a:endParaRPr>
          </a:p>
          <a:p>
            <a:pPr indent="0" lvl="0" marL="0" rtl="0" algn="l">
              <a:spcBef>
                <a:spcPts val="0"/>
              </a:spcBef>
              <a:spcAft>
                <a:spcPts val="0"/>
              </a:spcAft>
              <a:buNone/>
            </a:pPr>
            <a:r>
              <a:rPr lang="en-GB" sz="1000">
                <a:solidFill>
                  <a:schemeClr val="lt1"/>
                </a:solidFill>
              </a:rPr>
              <a:t>Example </a:t>
            </a:r>
            <a:endParaRPr sz="1000">
              <a:solidFill>
                <a:schemeClr val="lt1"/>
              </a:solidFill>
            </a:endParaRPr>
          </a:p>
          <a:p>
            <a:pPr indent="-292100" lvl="0" marL="457200" rtl="0" algn="l">
              <a:spcBef>
                <a:spcPts val="0"/>
              </a:spcBef>
              <a:spcAft>
                <a:spcPts val="0"/>
              </a:spcAft>
              <a:buClr>
                <a:schemeClr val="lt1"/>
              </a:buClr>
              <a:buSzPts val="1000"/>
              <a:buChar char="●"/>
            </a:pPr>
            <a:r>
              <a:rPr lang="en-GB" sz="1000">
                <a:solidFill>
                  <a:schemeClr val="lt1"/>
                </a:solidFill>
              </a:rPr>
              <a:t>Large neighborhoods search (TENOR)</a:t>
            </a:r>
            <a:endParaRPr sz="1000">
              <a:solidFill>
                <a:schemeClr val="lt1"/>
              </a:solidFill>
            </a:endParaRPr>
          </a:p>
          <a:p>
            <a:pPr indent="-292100" lvl="0" marL="457200" rtl="0" algn="l">
              <a:spcBef>
                <a:spcPts val="0"/>
              </a:spcBef>
              <a:spcAft>
                <a:spcPts val="0"/>
              </a:spcAft>
              <a:buClr>
                <a:schemeClr val="lt1"/>
              </a:buClr>
              <a:buSzPts val="1000"/>
              <a:buChar char="●"/>
            </a:pPr>
            <a:r>
              <a:rPr lang="en-GB" sz="1000">
                <a:solidFill>
                  <a:schemeClr val="lt1"/>
                </a:solidFill>
              </a:rPr>
              <a:t>Step counting hill climbing (2nd team of the challenge)</a:t>
            </a:r>
            <a:endParaRPr>
              <a:solidFill>
                <a:schemeClr val="lt1"/>
              </a:solidFill>
            </a:endParaRPr>
          </a:p>
          <a:p>
            <a:pPr indent="0" lvl="0" marL="0" rtl="0" algn="just">
              <a:spcBef>
                <a:spcPts val="0"/>
              </a:spcBef>
              <a:spcAft>
                <a:spcPts val="0"/>
              </a:spcAft>
              <a:buNone/>
            </a:pPr>
            <a:r>
              <a:t/>
            </a:r>
            <a:endParaRPr>
              <a:solidFill>
                <a:schemeClr val="lt1"/>
              </a:solidFill>
            </a:endParaRPr>
          </a:p>
          <a:p>
            <a:pPr indent="0" lvl="0" marL="0" rtl="0" algn="just">
              <a:spcBef>
                <a:spcPts val="0"/>
              </a:spcBef>
              <a:spcAft>
                <a:spcPts val="0"/>
              </a:spcAft>
              <a:buNone/>
            </a:pPr>
            <a:r>
              <a:t/>
            </a:r>
            <a:endParaRPr>
              <a:solidFill>
                <a:schemeClr val="lt1"/>
              </a:solidFill>
            </a:endParaRPr>
          </a:p>
        </p:txBody>
      </p:sp>
      <p:sp>
        <p:nvSpPr>
          <p:cNvPr id="383" name="Google Shape;383;p45"/>
          <p:cNvSpPr txBox="1"/>
          <p:nvPr/>
        </p:nvSpPr>
        <p:spPr>
          <a:xfrm>
            <a:off x="6499850" y="1373775"/>
            <a:ext cx="2362200" cy="735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GB" sz="1000">
                <a:solidFill>
                  <a:schemeClr val="lt1"/>
                </a:solidFill>
              </a:rPr>
              <a:t>A hyper-heuristic is a search method or learning mechanism for selecting or generating heuristics to solve computational search problems.</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t/>
            </a:r>
            <a:endParaRPr sz="1000">
              <a:solidFill>
                <a:schemeClr val="lt1"/>
              </a:solidFill>
            </a:endParaRPr>
          </a:p>
          <a:p>
            <a:pPr indent="0" lvl="0" marL="0" rtl="0" algn="just">
              <a:spcBef>
                <a:spcPts val="0"/>
              </a:spcBef>
              <a:spcAft>
                <a:spcPts val="0"/>
              </a:spcAft>
              <a:buNone/>
            </a:pPr>
            <a:r>
              <a:rPr lang="en-GB" sz="1000">
                <a:solidFill>
                  <a:schemeClr val="lt1"/>
                </a:solidFill>
              </a:rPr>
              <a:t>Example (1rd team of the challenge) </a:t>
            </a:r>
            <a:endParaRPr sz="1000">
              <a:solidFill>
                <a:schemeClr val="lt1"/>
              </a:solidFill>
            </a:endParaRPr>
          </a:p>
        </p:txBody>
      </p:sp>
      <p:pic>
        <p:nvPicPr>
          <p:cNvPr id="384" name="Google Shape;384;p45"/>
          <p:cNvPicPr preferRelativeResize="0"/>
          <p:nvPr/>
        </p:nvPicPr>
        <p:blipFill>
          <a:blip r:embed="rId4">
            <a:alphaModFix/>
          </a:blip>
          <a:stretch>
            <a:fillRect/>
          </a:stretch>
        </p:blipFill>
        <p:spPr>
          <a:xfrm>
            <a:off x="6251125" y="2328850"/>
            <a:ext cx="2775826" cy="1444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6"/>
          <p:cNvSpPr txBox="1"/>
          <p:nvPr>
            <p:ph type="title"/>
          </p:nvPr>
        </p:nvSpPr>
        <p:spPr>
          <a:xfrm>
            <a:off x="2625500" y="485720"/>
            <a:ext cx="1876500" cy="123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Font typeface="Roboto"/>
              <a:buNone/>
            </a:pPr>
            <a:r>
              <a:rPr lang="en-GB"/>
              <a:t>3</a:t>
            </a:r>
            <a:endParaRPr/>
          </a:p>
        </p:txBody>
      </p:sp>
      <p:sp>
        <p:nvSpPr>
          <p:cNvPr id="390" name="Google Shape;390;p46"/>
          <p:cNvSpPr txBox="1"/>
          <p:nvPr>
            <p:ph idx="1" type="subTitle"/>
          </p:nvPr>
        </p:nvSpPr>
        <p:spPr>
          <a:xfrm>
            <a:off x="2568350" y="1495825"/>
            <a:ext cx="3620100" cy="194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Font typeface="Roboto"/>
              <a:buNone/>
            </a:pPr>
            <a:r>
              <a:rPr lang="en-GB"/>
              <a:t>Resolution approaches of our IRP proposed in the challenge</a:t>
            </a:r>
            <a:endParaRPr/>
          </a:p>
          <a:p>
            <a:pPr indent="0" lvl="0" marL="0" marR="0" rtl="0" algn="l">
              <a:lnSpc>
                <a:spcPct val="100000"/>
              </a:lnSpc>
              <a:spcBef>
                <a:spcPts val="0"/>
              </a:spcBef>
              <a:spcAft>
                <a:spcPts val="0"/>
              </a:spcAft>
              <a:buClr>
                <a:schemeClr val="lt1"/>
              </a:buClr>
              <a:buFont typeface="Roboto"/>
              <a:buNone/>
            </a:pPr>
            <a:r>
              <a:t/>
            </a:r>
            <a:endParaRPr/>
          </a:p>
        </p:txBody>
      </p:sp>
      <p:sp>
        <p:nvSpPr>
          <p:cNvPr id="391" name="Google Shape;391;p46"/>
          <p:cNvSpPr txBox="1"/>
          <p:nvPr>
            <p:ph idx="12" type="sldNum"/>
          </p:nvPr>
        </p:nvSpPr>
        <p:spPr>
          <a:xfrm>
            <a:off x="202618" y="4647982"/>
            <a:ext cx="548700" cy="393600"/>
          </a:xfrm>
          <a:prstGeom prst="rect">
            <a:avLst/>
          </a:prstGeom>
          <a:noFill/>
          <a:ln>
            <a:noFill/>
          </a:ln>
        </p:spPr>
        <p:txBody>
          <a:bodyPr anchorCtr="0" anchor="ctr" bIns="78700" lIns="78700" spcFirstLastPara="1" rIns="78700" wrap="square" tIns="78700">
            <a:noAutofit/>
          </a:bodyPr>
          <a:lstStyle/>
          <a:p>
            <a:pPr indent="0" lvl="0" marL="0" marR="0" rtl="0" algn="r">
              <a:lnSpc>
                <a:spcPct val="100000"/>
              </a:lnSpc>
              <a:spcBef>
                <a:spcPts val="0"/>
              </a:spcBef>
              <a:spcAft>
                <a:spcPts val="0"/>
              </a:spcAft>
              <a:buClr>
                <a:schemeClr val="dk1"/>
              </a:buClr>
              <a:buFont typeface="Helvetica Neue"/>
              <a:buNone/>
            </a:pPr>
            <a:fld id="{00000000-1234-1234-1234-123412341234}" type="slidenum">
              <a:rPr b="1" i="0" lang="en-GB" sz="900" u="none" cap="none" strike="noStrike">
                <a:solidFill>
                  <a:schemeClr val="dk1"/>
                </a:solidFill>
                <a:latin typeface="Roboto"/>
                <a:ea typeface="Roboto"/>
                <a:cs typeface="Roboto"/>
                <a:sym typeface="Roboto"/>
              </a:rP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7"/>
          <p:cNvSpPr txBox="1"/>
          <p:nvPr>
            <p:ph type="title"/>
          </p:nvPr>
        </p:nvSpPr>
        <p:spPr>
          <a:xfrm>
            <a:off x="426075" y="79350"/>
            <a:ext cx="83172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Reminder of our current lexicographic approach (TENOR)</a:t>
            </a:r>
            <a:endParaRPr/>
          </a:p>
        </p:txBody>
      </p:sp>
      <p:sp>
        <p:nvSpPr>
          <p:cNvPr id="398" name="Google Shape;398;p47"/>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pic>
        <p:nvPicPr>
          <p:cNvPr id="399" name="Google Shape;399;p47"/>
          <p:cNvPicPr preferRelativeResize="0"/>
          <p:nvPr/>
        </p:nvPicPr>
        <p:blipFill>
          <a:blip r:embed="rId3">
            <a:alphaModFix/>
          </a:blip>
          <a:stretch>
            <a:fillRect/>
          </a:stretch>
        </p:blipFill>
        <p:spPr>
          <a:xfrm>
            <a:off x="5534570" y="585820"/>
            <a:ext cx="3208575" cy="1888425"/>
          </a:xfrm>
          <a:prstGeom prst="rect">
            <a:avLst/>
          </a:prstGeom>
          <a:noFill/>
          <a:ln>
            <a:noFill/>
          </a:ln>
        </p:spPr>
      </p:pic>
      <p:sp>
        <p:nvSpPr>
          <p:cNvPr id="400" name="Google Shape;400;p47"/>
          <p:cNvSpPr/>
          <p:nvPr/>
        </p:nvSpPr>
        <p:spPr>
          <a:xfrm>
            <a:off x="81625" y="1156725"/>
            <a:ext cx="4051500" cy="1422300"/>
          </a:xfrm>
          <a:prstGeom prst="roundRect">
            <a:avLst>
              <a:gd fmla="val 16667" name="adj"/>
            </a:avLst>
          </a:prstGeom>
          <a:solidFill>
            <a:srgbClr val="6D9EEB"/>
          </a:solidFill>
          <a:ln>
            <a:noFill/>
          </a:ln>
        </p:spPr>
        <p:txBody>
          <a:bodyPr anchorCtr="0" anchor="ctr" bIns="45700" lIns="91425" spcFirstLastPara="1" rIns="91425" wrap="square" tIns="45700">
            <a:noAutofit/>
          </a:bodyPr>
          <a:lstStyle/>
          <a:p>
            <a:pPr indent="-323850" lvl="0" marL="457200" rtl="0" algn="l">
              <a:spcBef>
                <a:spcPts val="300"/>
              </a:spcBef>
              <a:spcAft>
                <a:spcPts val="0"/>
              </a:spcAft>
              <a:buClr>
                <a:srgbClr val="FFFFFF"/>
              </a:buClr>
              <a:buSzPts val="1500"/>
              <a:buFont typeface="Roboto"/>
              <a:buAutoNum type="arabicPeriod"/>
            </a:pPr>
            <a:r>
              <a:rPr b="1" lang="en-GB" sz="1500">
                <a:solidFill>
                  <a:srgbClr val="FFFFFF"/>
                </a:solidFill>
                <a:latin typeface="Roboto"/>
                <a:ea typeface="Roboto"/>
                <a:cs typeface="Roboto"/>
                <a:sym typeface="Roboto"/>
              </a:rPr>
              <a:t>Missed order optimization: </a:t>
            </a:r>
            <a:endParaRPr b="1" sz="1500">
              <a:solidFill>
                <a:srgbClr val="FFFFFF"/>
              </a:solidFill>
              <a:latin typeface="Roboto"/>
              <a:ea typeface="Roboto"/>
              <a:cs typeface="Roboto"/>
              <a:sym typeface="Roboto"/>
            </a:endParaRPr>
          </a:p>
          <a:p>
            <a:pPr indent="0" lvl="0" marL="457200" rtl="0" algn="l">
              <a:spcBef>
                <a:spcPts val="300"/>
              </a:spcBef>
              <a:spcAft>
                <a:spcPts val="0"/>
              </a:spcAft>
              <a:buSzPts val="1100"/>
              <a:buNone/>
            </a:pPr>
            <a:r>
              <a:rPr b="1" lang="en-GB" sz="1000">
                <a:solidFill>
                  <a:srgbClr val="274E13"/>
                </a:solidFill>
                <a:latin typeface="Roboto"/>
                <a:ea typeface="Roboto"/>
                <a:cs typeface="Roboto"/>
                <a:sym typeface="Roboto"/>
              </a:rPr>
              <a:t>while( </a:t>
            </a:r>
            <a:r>
              <a:rPr lang="en-GB" sz="1000">
                <a:solidFill>
                  <a:srgbClr val="FFFFFF"/>
                </a:solidFill>
                <a:latin typeface="Roboto"/>
                <a:ea typeface="Roboto"/>
                <a:cs typeface="Roboto"/>
                <a:sym typeface="Roboto"/>
              </a:rPr>
              <a:t>MO &gt; 0 and timeLimitMO is not reached</a:t>
            </a:r>
            <a:r>
              <a:rPr b="1" lang="en-GB" sz="1000">
                <a:solidFill>
                  <a:srgbClr val="274E13"/>
                </a:solidFill>
                <a:latin typeface="Roboto"/>
                <a:ea typeface="Roboto"/>
                <a:cs typeface="Roboto"/>
                <a:sym typeface="Roboto"/>
              </a:rPr>
              <a:t>) do </a:t>
            </a:r>
            <a:endParaRPr b="1" sz="1000">
              <a:solidFill>
                <a:srgbClr val="274E13"/>
              </a:solidFill>
              <a:latin typeface="Roboto"/>
              <a:ea typeface="Roboto"/>
              <a:cs typeface="Roboto"/>
              <a:sym typeface="Roboto"/>
            </a:endParaRPr>
          </a:p>
          <a:p>
            <a:pPr indent="-292100" lvl="0" marL="914400" rtl="0" algn="l">
              <a:spcBef>
                <a:spcPts val="300"/>
              </a:spcBef>
              <a:spcAft>
                <a:spcPts val="0"/>
              </a:spcAft>
              <a:buClr>
                <a:srgbClr val="FFFFFF"/>
              </a:buClr>
              <a:buSzPts val="1000"/>
              <a:buFont typeface="Roboto"/>
              <a:buAutoNum type="arabicPeriod"/>
            </a:pPr>
            <a:r>
              <a:rPr lang="en-GB" sz="1000">
                <a:solidFill>
                  <a:srgbClr val="FFFFFF"/>
                </a:solidFill>
                <a:latin typeface="Roboto"/>
                <a:ea typeface="Roboto"/>
                <a:cs typeface="Roboto"/>
                <a:sym typeface="Roboto"/>
              </a:rPr>
              <a:t>choose </a:t>
            </a:r>
            <a:r>
              <a:rPr b="1" lang="en-GB" sz="1000">
                <a:solidFill>
                  <a:srgbClr val="980000"/>
                </a:solidFill>
                <a:latin typeface="Roboto"/>
                <a:ea typeface="Roboto"/>
                <a:cs typeface="Roboto"/>
                <a:sym typeface="Roboto"/>
              </a:rPr>
              <a:t>stochastically a move T</a:t>
            </a:r>
            <a:r>
              <a:rPr lang="en-GB" sz="1000">
                <a:solidFill>
                  <a:srgbClr val="FFFFFF"/>
                </a:solidFill>
                <a:latin typeface="Roboto"/>
                <a:ea typeface="Roboto"/>
                <a:cs typeface="Roboto"/>
                <a:sym typeface="Roboto"/>
              </a:rPr>
              <a:t> in the pool </a:t>
            </a:r>
            <a:r>
              <a:rPr b="1" lang="en-GB" sz="1000">
                <a:solidFill>
                  <a:srgbClr val="85200C"/>
                </a:solidFill>
                <a:latin typeface="Roboto"/>
                <a:ea typeface="Roboto"/>
                <a:cs typeface="Roboto"/>
                <a:sym typeface="Roboto"/>
              </a:rPr>
              <a:t>TMO</a:t>
            </a:r>
            <a:r>
              <a:rPr lang="en-GB" sz="1000">
                <a:solidFill>
                  <a:srgbClr val="FFFFFF"/>
                </a:solidFill>
                <a:latin typeface="Roboto"/>
                <a:ea typeface="Roboto"/>
                <a:cs typeface="Roboto"/>
                <a:sym typeface="Roboto"/>
              </a:rPr>
              <a:t> ; </a:t>
            </a:r>
            <a:endParaRPr sz="1000">
              <a:solidFill>
                <a:srgbClr val="FFFFFF"/>
              </a:solidFill>
              <a:latin typeface="Roboto"/>
              <a:ea typeface="Roboto"/>
              <a:cs typeface="Roboto"/>
              <a:sym typeface="Roboto"/>
            </a:endParaRPr>
          </a:p>
          <a:p>
            <a:pPr indent="-292100" lvl="0" marL="914400" rtl="0" algn="l">
              <a:spcBef>
                <a:spcPts val="0"/>
              </a:spcBef>
              <a:spcAft>
                <a:spcPts val="0"/>
              </a:spcAft>
              <a:buClr>
                <a:srgbClr val="FFFFFF"/>
              </a:buClr>
              <a:buSzPts val="1000"/>
              <a:buFont typeface="Roboto"/>
              <a:buAutoNum type="arabicPeriod"/>
            </a:pPr>
            <a:r>
              <a:rPr lang="en-GB" sz="1000">
                <a:solidFill>
                  <a:srgbClr val="FFFFFF"/>
                </a:solidFill>
                <a:latin typeface="Roboto"/>
                <a:ea typeface="Roboto"/>
                <a:cs typeface="Roboto"/>
                <a:sym typeface="Roboto"/>
              </a:rPr>
              <a:t>evaluate the gain of the application of T to S; </a:t>
            </a:r>
            <a:endParaRPr sz="1000">
              <a:solidFill>
                <a:srgbClr val="FFFFFF"/>
              </a:solidFill>
              <a:latin typeface="Roboto"/>
              <a:ea typeface="Roboto"/>
              <a:cs typeface="Roboto"/>
              <a:sym typeface="Roboto"/>
            </a:endParaRPr>
          </a:p>
          <a:p>
            <a:pPr indent="0" lvl="0" marL="0" rtl="0" algn="l">
              <a:spcBef>
                <a:spcPts val="300"/>
              </a:spcBef>
              <a:spcAft>
                <a:spcPts val="0"/>
              </a:spcAft>
              <a:buNone/>
            </a:pPr>
            <a:r>
              <a:rPr b="1" lang="en-GB" sz="1000">
                <a:solidFill>
                  <a:srgbClr val="274E13"/>
                </a:solidFill>
                <a:latin typeface="Roboto"/>
                <a:ea typeface="Roboto"/>
                <a:cs typeface="Roboto"/>
                <a:sym typeface="Roboto"/>
              </a:rPr>
              <a:t>                  if</a:t>
            </a:r>
            <a:r>
              <a:rPr lang="en-GB" sz="1000">
                <a:solidFill>
                  <a:srgbClr val="FFFFFF"/>
                </a:solidFill>
                <a:latin typeface="Roboto"/>
                <a:ea typeface="Roboto"/>
                <a:cs typeface="Roboto"/>
                <a:sym typeface="Roboto"/>
              </a:rPr>
              <a:t> the gain is not negative </a:t>
            </a:r>
            <a:r>
              <a:rPr b="1" lang="en-GB" sz="1000">
                <a:solidFill>
                  <a:srgbClr val="274E13"/>
                </a:solidFill>
                <a:latin typeface="Roboto"/>
                <a:ea typeface="Roboto"/>
                <a:cs typeface="Roboto"/>
                <a:sym typeface="Roboto"/>
              </a:rPr>
              <a:t>then</a:t>
            </a:r>
            <a:r>
              <a:rPr lang="en-GB" sz="1000">
                <a:solidFill>
                  <a:srgbClr val="FFFFFF"/>
                </a:solidFill>
                <a:latin typeface="Roboto"/>
                <a:ea typeface="Roboto"/>
                <a:cs typeface="Roboto"/>
                <a:sym typeface="Roboto"/>
              </a:rPr>
              <a:t> commit T; </a:t>
            </a:r>
            <a:endParaRPr sz="1000">
              <a:solidFill>
                <a:srgbClr val="FFFFFF"/>
              </a:solidFill>
              <a:latin typeface="Roboto"/>
              <a:ea typeface="Roboto"/>
              <a:cs typeface="Roboto"/>
              <a:sym typeface="Roboto"/>
            </a:endParaRPr>
          </a:p>
          <a:p>
            <a:pPr indent="0" lvl="0" marL="0" rtl="0" algn="l">
              <a:spcBef>
                <a:spcPts val="300"/>
              </a:spcBef>
              <a:spcAft>
                <a:spcPts val="0"/>
              </a:spcAft>
              <a:buNone/>
            </a:pPr>
            <a:r>
              <a:rPr lang="en-GB" sz="1000">
                <a:solidFill>
                  <a:srgbClr val="FFFFFF"/>
                </a:solidFill>
                <a:latin typeface="Roboto"/>
                <a:ea typeface="Roboto"/>
                <a:cs typeface="Roboto"/>
                <a:sym typeface="Roboto"/>
              </a:rPr>
              <a:t>                  </a:t>
            </a:r>
            <a:r>
              <a:rPr b="1" lang="en-GB" sz="1000">
                <a:solidFill>
                  <a:srgbClr val="274E13"/>
                </a:solidFill>
                <a:latin typeface="Roboto"/>
                <a:ea typeface="Roboto"/>
                <a:cs typeface="Roboto"/>
                <a:sym typeface="Roboto"/>
              </a:rPr>
              <a:t>else</a:t>
            </a:r>
            <a:r>
              <a:rPr lang="en-GB" sz="1000">
                <a:solidFill>
                  <a:srgbClr val="FFFFFF"/>
                </a:solidFill>
                <a:latin typeface="Roboto"/>
                <a:ea typeface="Roboto"/>
                <a:cs typeface="Roboto"/>
                <a:sym typeface="Roboto"/>
              </a:rPr>
              <a:t> rollback T;</a:t>
            </a:r>
            <a:endParaRPr sz="1000">
              <a:solidFill>
                <a:srgbClr val="FFFFFF"/>
              </a:solidFill>
            </a:endParaRPr>
          </a:p>
        </p:txBody>
      </p:sp>
      <p:sp>
        <p:nvSpPr>
          <p:cNvPr id="401" name="Google Shape;401;p47"/>
          <p:cNvSpPr/>
          <p:nvPr/>
        </p:nvSpPr>
        <p:spPr>
          <a:xfrm>
            <a:off x="81625" y="2803250"/>
            <a:ext cx="4051500" cy="1422300"/>
          </a:xfrm>
          <a:prstGeom prst="roundRect">
            <a:avLst>
              <a:gd fmla="val 16667" name="adj"/>
            </a:avLst>
          </a:prstGeom>
          <a:solidFill>
            <a:srgbClr val="A4C2F4"/>
          </a:solidFill>
          <a:ln>
            <a:noFill/>
          </a:ln>
        </p:spPr>
        <p:txBody>
          <a:bodyPr anchorCtr="0" anchor="ctr" bIns="45700" lIns="91425" spcFirstLastPara="1" rIns="91425" wrap="square" tIns="45700">
            <a:noAutofit/>
          </a:bodyPr>
          <a:lstStyle/>
          <a:p>
            <a:pPr indent="0" lvl="0" marL="0" rtl="0" algn="l">
              <a:spcBef>
                <a:spcPts val="300"/>
              </a:spcBef>
              <a:spcAft>
                <a:spcPts val="0"/>
              </a:spcAft>
              <a:buSzPts val="1100"/>
              <a:buNone/>
            </a:pPr>
            <a:r>
              <a:rPr b="1" lang="en-GB" sz="1500">
                <a:solidFill>
                  <a:srgbClr val="FFFFFF"/>
                </a:solidFill>
                <a:latin typeface="Roboto"/>
                <a:ea typeface="Roboto"/>
                <a:cs typeface="Roboto"/>
                <a:sym typeface="Roboto"/>
              </a:rPr>
              <a:t>2. 	Stockout</a:t>
            </a:r>
            <a:r>
              <a:rPr b="1" lang="en-GB" sz="1500">
                <a:solidFill>
                  <a:srgbClr val="FFFFFF"/>
                </a:solidFill>
                <a:latin typeface="Roboto"/>
                <a:ea typeface="Roboto"/>
                <a:cs typeface="Roboto"/>
                <a:sym typeface="Roboto"/>
              </a:rPr>
              <a:t> optimization: </a:t>
            </a:r>
            <a:endParaRPr b="1" sz="1500">
              <a:solidFill>
                <a:srgbClr val="FFFFFF"/>
              </a:solidFill>
              <a:latin typeface="Roboto"/>
              <a:ea typeface="Roboto"/>
              <a:cs typeface="Roboto"/>
              <a:sym typeface="Roboto"/>
            </a:endParaRPr>
          </a:p>
          <a:p>
            <a:pPr indent="0" lvl="0" marL="457200" rtl="0" algn="l">
              <a:spcBef>
                <a:spcPts val="300"/>
              </a:spcBef>
              <a:spcAft>
                <a:spcPts val="0"/>
              </a:spcAft>
              <a:buSzPts val="1100"/>
              <a:buNone/>
            </a:pPr>
            <a:r>
              <a:rPr b="1" lang="en-GB" sz="1000">
                <a:solidFill>
                  <a:srgbClr val="274E13"/>
                </a:solidFill>
                <a:latin typeface="Roboto"/>
                <a:ea typeface="Roboto"/>
                <a:cs typeface="Roboto"/>
                <a:sym typeface="Roboto"/>
              </a:rPr>
              <a:t>while (</a:t>
            </a:r>
            <a:r>
              <a:rPr lang="en-GB" sz="1000">
                <a:solidFill>
                  <a:srgbClr val="FFFFFF"/>
                </a:solidFill>
                <a:latin typeface="Roboto"/>
                <a:ea typeface="Roboto"/>
                <a:cs typeface="Roboto"/>
                <a:sym typeface="Roboto"/>
              </a:rPr>
              <a:t>S</a:t>
            </a:r>
            <a:r>
              <a:rPr lang="en-GB" sz="1000">
                <a:solidFill>
                  <a:srgbClr val="FFFFFF"/>
                </a:solidFill>
                <a:latin typeface="Roboto"/>
                <a:ea typeface="Roboto"/>
                <a:cs typeface="Roboto"/>
                <a:sym typeface="Roboto"/>
              </a:rPr>
              <a:t>O &gt; 0 and timeLimitSO is not reached</a:t>
            </a:r>
            <a:r>
              <a:rPr b="1" lang="en-GB" sz="1000">
                <a:solidFill>
                  <a:srgbClr val="274E13"/>
                </a:solidFill>
                <a:latin typeface="Roboto"/>
                <a:ea typeface="Roboto"/>
                <a:cs typeface="Roboto"/>
                <a:sym typeface="Roboto"/>
              </a:rPr>
              <a:t>) do </a:t>
            </a:r>
            <a:endParaRPr b="1" sz="1000">
              <a:solidFill>
                <a:srgbClr val="274E13"/>
              </a:solidFill>
              <a:latin typeface="Roboto"/>
              <a:ea typeface="Roboto"/>
              <a:cs typeface="Roboto"/>
              <a:sym typeface="Roboto"/>
            </a:endParaRPr>
          </a:p>
          <a:p>
            <a:pPr indent="-292100" lvl="0" marL="914400" rtl="0" algn="l">
              <a:spcBef>
                <a:spcPts val="300"/>
              </a:spcBef>
              <a:spcAft>
                <a:spcPts val="0"/>
              </a:spcAft>
              <a:buClr>
                <a:srgbClr val="FFFFFF"/>
              </a:buClr>
              <a:buSzPts val="1000"/>
              <a:buFont typeface="Roboto"/>
              <a:buAutoNum type="arabicPeriod"/>
            </a:pPr>
            <a:r>
              <a:rPr lang="en-GB" sz="1000">
                <a:solidFill>
                  <a:srgbClr val="FFFFFF"/>
                </a:solidFill>
                <a:latin typeface="Roboto"/>
                <a:ea typeface="Roboto"/>
                <a:cs typeface="Roboto"/>
                <a:sym typeface="Roboto"/>
              </a:rPr>
              <a:t>choose </a:t>
            </a:r>
            <a:r>
              <a:rPr b="1" lang="en-GB" sz="1000">
                <a:solidFill>
                  <a:srgbClr val="980000"/>
                </a:solidFill>
                <a:latin typeface="Roboto"/>
                <a:ea typeface="Roboto"/>
                <a:cs typeface="Roboto"/>
                <a:sym typeface="Roboto"/>
              </a:rPr>
              <a:t>stochastically a move T</a:t>
            </a:r>
            <a:r>
              <a:rPr lang="en-GB" sz="1000">
                <a:solidFill>
                  <a:srgbClr val="FFFFFF"/>
                </a:solidFill>
                <a:latin typeface="Roboto"/>
                <a:ea typeface="Roboto"/>
                <a:cs typeface="Roboto"/>
                <a:sym typeface="Roboto"/>
              </a:rPr>
              <a:t> in the pool </a:t>
            </a:r>
            <a:r>
              <a:rPr b="1" lang="en-GB" sz="1000">
                <a:solidFill>
                  <a:srgbClr val="85200C"/>
                </a:solidFill>
                <a:latin typeface="Roboto"/>
                <a:ea typeface="Roboto"/>
                <a:cs typeface="Roboto"/>
                <a:sym typeface="Roboto"/>
              </a:rPr>
              <a:t>TSO</a:t>
            </a:r>
            <a:r>
              <a:rPr lang="en-GB" sz="1000">
                <a:solidFill>
                  <a:srgbClr val="FFFFFF"/>
                </a:solidFill>
                <a:latin typeface="Roboto"/>
                <a:ea typeface="Roboto"/>
                <a:cs typeface="Roboto"/>
                <a:sym typeface="Roboto"/>
              </a:rPr>
              <a:t> ; </a:t>
            </a:r>
            <a:endParaRPr sz="1000">
              <a:solidFill>
                <a:srgbClr val="FFFFFF"/>
              </a:solidFill>
              <a:latin typeface="Roboto"/>
              <a:ea typeface="Roboto"/>
              <a:cs typeface="Roboto"/>
              <a:sym typeface="Roboto"/>
            </a:endParaRPr>
          </a:p>
          <a:p>
            <a:pPr indent="-292100" lvl="0" marL="914400" rtl="0" algn="l">
              <a:spcBef>
                <a:spcPts val="0"/>
              </a:spcBef>
              <a:spcAft>
                <a:spcPts val="0"/>
              </a:spcAft>
              <a:buClr>
                <a:srgbClr val="FFFFFF"/>
              </a:buClr>
              <a:buSzPts val="1000"/>
              <a:buFont typeface="Roboto"/>
              <a:buAutoNum type="arabicPeriod"/>
            </a:pPr>
            <a:r>
              <a:rPr lang="en-GB" sz="1000">
                <a:solidFill>
                  <a:srgbClr val="FFFFFF"/>
                </a:solidFill>
                <a:latin typeface="Roboto"/>
                <a:ea typeface="Roboto"/>
                <a:cs typeface="Roboto"/>
                <a:sym typeface="Roboto"/>
              </a:rPr>
              <a:t>evaluate the gain of the application of T to S; </a:t>
            </a:r>
            <a:endParaRPr sz="1000">
              <a:solidFill>
                <a:srgbClr val="FFFFFF"/>
              </a:solidFill>
              <a:latin typeface="Roboto"/>
              <a:ea typeface="Roboto"/>
              <a:cs typeface="Roboto"/>
              <a:sym typeface="Roboto"/>
            </a:endParaRPr>
          </a:p>
          <a:p>
            <a:pPr indent="0" lvl="0" marL="0" rtl="0" algn="l">
              <a:spcBef>
                <a:spcPts val="300"/>
              </a:spcBef>
              <a:spcAft>
                <a:spcPts val="0"/>
              </a:spcAft>
              <a:buNone/>
            </a:pPr>
            <a:r>
              <a:rPr b="1" lang="en-GB" sz="1000">
                <a:solidFill>
                  <a:srgbClr val="274E13"/>
                </a:solidFill>
                <a:latin typeface="Roboto"/>
                <a:ea typeface="Roboto"/>
                <a:cs typeface="Roboto"/>
                <a:sym typeface="Roboto"/>
              </a:rPr>
              <a:t>                  if</a:t>
            </a:r>
            <a:r>
              <a:rPr lang="en-GB" sz="1000">
                <a:solidFill>
                  <a:srgbClr val="FFFFFF"/>
                </a:solidFill>
                <a:latin typeface="Roboto"/>
                <a:ea typeface="Roboto"/>
                <a:cs typeface="Roboto"/>
                <a:sym typeface="Roboto"/>
              </a:rPr>
              <a:t> the gain is not negative </a:t>
            </a:r>
            <a:r>
              <a:rPr b="1" lang="en-GB" sz="1000">
                <a:solidFill>
                  <a:srgbClr val="274E13"/>
                </a:solidFill>
                <a:latin typeface="Roboto"/>
                <a:ea typeface="Roboto"/>
                <a:cs typeface="Roboto"/>
                <a:sym typeface="Roboto"/>
              </a:rPr>
              <a:t>then</a:t>
            </a:r>
            <a:r>
              <a:rPr lang="en-GB" sz="1000">
                <a:solidFill>
                  <a:srgbClr val="FFFFFF"/>
                </a:solidFill>
                <a:latin typeface="Roboto"/>
                <a:ea typeface="Roboto"/>
                <a:cs typeface="Roboto"/>
                <a:sym typeface="Roboto"/>
              </a:rPr>
              <a:t> commit T; </a:t>
            </a:r>
            <a:endParaRPr sz="1000">
              <a:solidFill>
                <a:srgbClr val="FFFFFF"/>
              </a:solidFill>
              <a:latin typeface="Roboto"/>
              <a:ea typeface="Roboto"/>
              <a:cs typeface="Roboto"/>
              <a:sym typeface="Roboto"/>
            </a:endParaRPr>
          </a:p>
          <a:p>
            <a:pPr indent="0" lvl="0" marL="0" rtl="0" algn="l">
              <a:spcBef>
                <a:spcPts val="300"/>
              </a:spcBef>
              <a:spcAft>
                <a:spcPts val="0"/>
              </a:spcAft>
              <a:buNone/>
            </a:pPr>
            <a:r>
              <a:rPr lang="en-GB" sz="1000">
                <a:solidFill>
                  <a:srgbClr val="FFFFFF"/>
                </a:solidFill>
                <a:latin typeface="Roboto"/>
                <a:ea typeface="Roboto"/>
                <a:cs typeface="Roboto"/>
                <a:sym typeface="Roboto"/>
              </a:rPr>
              <a:t>                  </a:t>
            </a:r>
            <a:r>
              <a:rPr b="1" lang="en-GB" sz="1000">
                <a:solidFill>
                  <a:srgbClr val="274E13"/>
                </a:solidFill>
                <a:latin typeface="Roboto"/>
                <a:ea typeface="Roboto"/>
                <a:cs typeface="Roboto"/>
                <a:sym typeface="Roboto"/>
              </a:rPr>
              <a:t>else</a:t>
            </a:r>
            <a:r>
              <a:rPr lang="en-GB" sz="1000">
                <a:solidFill>
                  <a:srgbClr val="FFFFFF"/>
                </a:solidFill>
                <a:latin typeface="Roboto"/>
                <a:ea typeface="Roboto"/>
                <a:cs typeface="Roboto"/>
                <a:sym typeface="Roboto"/>
              </a:rPr>
              <a:t> rollback T;</a:t>
            </a:r>
            <a:endParaRPr sz="1000">
              <a:solidFill>
                <a:srgbClr val="FFFFFF"/>
              </a:solidFill>
            </a:endParaRPr>
          </a:p>
        </p:txBody>
      </p:sp>
      <p:sp>
        <p:nvSpPr>
          <p:cNvPr id="402" name="Google Shape;402;p47"/>
          <p:cNvSpPr/>
          <p:nvPr/>
        </p:nvSpPr>
        <p:spPr>
          <a:xfrm>
            <a:off x="4664625" y="2803250"/>
            <a:ext cx="4051500" cy="1422300"/>
          </a:xfrm>
          <a:prstGeom prst="roundRect">
            <a:avLst>
              <a:gd fmla="val 16667" name="adj"/>
            </a:avLst>
          </a:prstGeom>
          <a:solidFill>
            <a:srgbClr val="C9DAF8"/>
          </a:solidFill>
          <a:ln>
            <a:noFill/>
          </a:ln>
        </p:spPr>
        <p:txBody>
          <a:bodyPr anchorCtr="0" anchor="ctr" bIns="45700" lIns="91425" spcFirstLastPara="1" rIns="91425" wrap="square" tIns="45700">
            <a:noAutofit/>
          </a:bodyPr>
          <a:lstStyle/>
          <a:p>
            <a:pPr indent="0" lvl="0" marL="0" rtl="0" algn="l">
              <a:spcBef>
                <a:spcPts val="300"/>
              </a:spcBef>
              <a:spcAft>
                <a:spcPts val="0"/>
              </a:spcAft>
              <a:buSzPts val="1100"/>
              <a:buNone/>
            </a:pPr>
            <a:r>
              <a:rPr b="1" lang="en-GB" sz="1500">
                <a:solidFill>
                  <a:srgbClr val="FFFFFF"/>
                </a:solidFill>
                <a:latin typeface="Roboto"/>
                <a:ea typeface="Roboto"/>
                <a:cs typeface="Roboto"/>
                <a:sym typeface="Roboto"/>
              </a:rPr>
              <a:t>3.	Logistic ratio </a:t>
            </a:r>
            <a:r>
              <a:rPr b="1" lang="en-GB" sz="1500">
                <a:solidFill>
                  <a:srgbClr val="FFFFFF"/>
                </a:solidFill>
                <a:latin typeface="Roboto"/>
                <a:ea typeface="Roboto"/>
                <a:cs typeface="Roboto"/>
                <a:sym typeface="Roboto"/>
              </a:rPr>
              <a:t>optimization: </a:t>
            </a:r>
            <a:endParaRPr b="1" sz="1500">
              <a:solidFill>
                <a:srgbClr val="FFFFFF"/>
              </a:solidFill>
              <a:latin typeface="Roboto"/>
              <a:ea typeface="Roboto"/>
              <a:cs typeface="Roboto"/>
              <a:sym typeface="Roboto"/>
            </a:endParaRPr>
          </a:p>
          <a:p>
            <a:pPr indent="0" lvl="0" marL="457200" rtl="0" algn="l">
              <a:spcBef>
                <a:spcPts val="300"/>
              </a:spcBef>
              <a:spcAft>
                <a:spcPts val="0"/>
              </a:spcAft>
              <a:buSzPts val="1100"/>
              <a:buNone/>
            </a:pPr>
            <a:r>
              <a:rPr b="1" lang="en-GB" sz="1000">
                <a:solidFill>
                  <a:srgbClr val="274E13"/>
                </a:solidFill>
                <a:latin typeface="Roboto"/>
                <a:ea typeface="Roboto"/>
                <a:cs typeface="Roboto"/>
                <a:sym typeface="Roboto"/>
              </a:rPr>
              <a:t>while (</a:t>
            </a:r>
            <a:r>
              <a:rPr lang="en-GB" sz="1000">
                <a:solidFill>
                  <a:srgbClr val="FFFFFF"/>
                </a:solidFill>
                <a:latin typeface="Roboto"/>
                <a:ea typeface="Roboto"/>
                <a:cs typeface="Roboto"/>
                <a:sym typeface="Roboto"/>
              </a:rPr>
              <a:t>timeLimitLR is not reached</a:t>
            </a:r>
            <a:r>
              <a:rPr b="1" lang="en-GB" sz="1000">
                <a:solidFill>
                  <a:srgbClr val="274E13"/>
                </a:solidFill>
                <a:latin typeface="Roboto"/>
                <a:ea typeface="Roboto"/>
                <a:cs typeface="Roboto"/>
                <a:sym typeface="Roboto"/>
              </a:rPr>
              <a:t>) do </a:t>
            </a:r>
            <a:endParaRPr b="1" sz="1000">
              <a:solidFill>
                <a:srgbClr val="274E13"/>
              </a:solidFill>
              <a:latin typeface="Roboto"/>
              <a:ea typeface="Roboto"/>
              <a:cs typeface="Roboto"/>
              <a:sym typeface="Roboto"/>
            </a:endParaRPr>
          </a:p>
          <a:p>
            <a:pPr indent="-292100" lvl="0" marL="914400" rtl="0" algn="l">
              <a:spcBef>
                <a:spcPts val="300"/>
              </a:spcBef>
              <a:spcAft>
                <a:spcPts val="0"/>
              </a:spcAft>
              <a:buClr>
                <a:srgbClr val="FFFFFF"/>
              </a:buClr>
              <a:buSzPts val="1000"/>
              <a:buFont typeface="Roboto"/>
              <a:buAutoNum type="arabicPeriod"/>
            </a:pPr>
            <a:r>
              <a:rPr lang="en-GB" sz="1000">
                <a:solidFill>
                  <a:srgbClr val="FFFFFF"/>
                </a:solidFill>
                <a:latin typeface="Roboto"/>
                <a:ea typeface="Roboto"/>
                <a:cs typeface="Roboto"/>
                <a:sym typeface="Roboto"/>
              </a:rPr>
              <a:t>choose </a:t>
            </a:r>
            <a:r>
              <a:rPr b="1" lang="en-GB" sz="1000">
                <a:solidFill>
                  <a:srgbClr val="980000"/>
                </a:solidFill>
                <a:latin typeface="Roboto"/>
                <a:ea typeface="Roboto"/>
                <a:cs typeface="Roboto"/>
                <a:sym typeface="Roboto"/>
              </a:rPr>
              <a:t>stochastically a move T</a:t>
            </a:r>
            <a:r>
              <a:rPr lang="en-GB" sz="1000">
                <a:solidFill>
                  <a:srgbClr val="FFFFFF"/>
                </a:solidFill>
                <a:latin typeface="Roboto"/>
                <a:ea typeface="Roboto"/>
                <a:cs typeface="Roboto"/>
                <a:sym typeface="Roboto"/>
              </a:rPr>
              <a:t> in the pool </a:t>
            </a:r>
            <a:r>
              <a:rPr b="1" lang="en-GB" sz="1000">
                <a:solidFill>
                  <a:srgbClr val="85200C"/>
                </a:solidFill>
                <a:latin typeface="Roboto"/>
                <a:ea typeface="Roboto"/>
                <a:cs typeface="Roboto"/>
                <a:sym typeface="Roboto"/>
              </a:rPr>
              <a:t>TLR</a:t>
            </a:r>
            <a:r>
              <a:rPr lang="en-GB" sz="1000">
                <a:solidFill>
                  <a:srgbClr val="FFFFFF"/>
                </a:solidFill>
                <a:latin typeface="Roboto"/>
                <a:ea typeface="Roboto"/>
                <a:cs typeface="Roboto"/>
                <a:sym typeface="Roboto"/>
              </a:rPr>
              <a:t> ; </a:t>
            </a:r>
            <a:endParaRPr sz="1000">
              <a:solidFill>
                <a:srgbClr val="FFFFFF"/>
              </a:solidFill>
              <a:latin typeface="Roboto"/>
              <a:ea typeface="Roboto"/>
              <a:cs typeface="Roboto"/>
              <a:sym typeface="Roboto"/>
            </a:endParaRPr>
          </a:p>
          <a:p>
            <a:pPr indent="-292100" lvl="0" marL="914400" rtl="0" algn="l">
              <a:spcBef>
                <a:spcPts val="0"/>
              </a:spcBef>
              <a:spcAft>
                <a:spcPts val="0"/>
              </a:spcAft>
              <a:buClr>
                <a:srgbClr val="FFFFFF"/>
              </a:buClr>
              <a:buSzPts val="1000"/>
              <a:buFont typeface="Roboto"/>
              <a:buAutoNum type="arabicPeriod"/>
            </a:pPr>
            <a:r>
              <a:rPr lang="en-GB" sz="1000">
                <a:solidFill>
                  <a:srgbClr val="FFFFFF"/>
                </a:solidFill>
                <a:latin typeface="Roboto"/>
                <a:ea typeface="Roboto"/>
                <a:cs typeface="Roboto"/>
                <a:sym typeface="Roboto"/>
              </a:rPr>
              <a:t>evaluate the gain of the application of T to S; </a:t>
            </a:r>
            <a:endParaRPr sz="1000">
              <a:solidFill>
                <a:srgbClr val="FFFFFF"/>
              </a:solidFill>
              <a:latin typeface="Roboto"/>
              <a:ea typeface="Roboto"/>
              <a:cs typeface="Roboto"/>
              <a:sym typeface="Roboto"/>
            </a:endParaRPr>
          </a:p>
          <a:p>
            <a:pPr indent="0" lvl="0" marL="0" rtl="0" algn="l">
              <a:spcBef>
                <a:spcPts val="300"/>
              </a:spcBef>
              <a:spcAft>
                <a:spcPts val="0"/>
              </a:spcAft>
              <a:buNone/>
            </a:pPr>
            <a:r>
              <a:rPr b="1" lang="en-GB" sz="1000">
                <a:solidFill>
                  <a:srgbClr val="274E13"/>
                </a:solidFill>
                <a:latin typeface="Roboto"/>
                <a:ea typeface="Roboto"/>
                <a:cs typeface="Roboto"/>
                <a:sym typeface="Roboto"/>
              </a:rPr>
              <a:t>                  if</a:t>
            </a:r>
            <a:r>
              <a:rPr lang="en-GB" sz="1000">
                <a:solidFill>
                  <a:srgbClr val="FFFFFF"/>
                </a:solidFill>
                <a:latin typeface="Roboto"/>
                <a:ea typeface="Roboto"/>
                <a:cs typeface="Roboto"/>
                <a:sym typeface="Roboto"/>
              </a:rPr>
              <a:t> the gain is not negative </a:t>
            </a:r>
            <a:r>
              <a:rPr b="1" lang="en-GB" sz="1000">
                <a:solidFill>
                  <a:srgbClr val="274E13"/>
                </a:solidFill>
                <a:latin typeface="Roboto"/>
                <a:ea typeface="Roboto"/>
                <a:cs typeface="Roboto"/>
                <a:sym typeface="Roboto"/>
              </a:rPr>
              <a:t>then</a:t>
            </a:r>
            <a:r>
              <a:rPr lang="en-GB" sz="1000">
                <a:solidFill>
                  <a:srgbClr val="FFFFFF"/>
                </a:solidFill>
                <a:latin typeface="Roboto"/>
                <a:ea typeface="Roboto"/>
                <a:cs typeface="Roboto"/>
                <a:sym typeface="Roboto"/>
              </a:rPr>
              <a:t> commit T; </a:t>
            </a:r>
            <a:endParaRPr sz="1000">
              <a:solidFill>
                <a:srgbClr val="FFFFFF"/>
              </a:solidFill>
              <a:latin typeface="Roboto"/>
              <a:ea typeface="Roboto"/>
              <a:cs typeface="Roboto"/>
              <a:sym typeface="Roboto"/>
            </a:endParaRPr>
          </a:p>
          <a:p>
            <a:pPr indent="0" lvl="0" marL="0" rtl="0" algn="l">
              <a:spcBef>
                <a:spcPts val="300"/>
              </a:spcBef>
              <a:spcAft>
                <a:spcPts val="0"/>
              </a:spcAft>
              <a:buNone/>
            </a:pPr>
            <a:r>
              <a:rPr lang="en-GB" sz="1000">
                <a:solidFill>
                  <a:srgbClr val="FFFFFF"/>
                </a:solidFill>
                <a:latin typeface="Roboto"/>
                <a:ea typeface="Roboto"/>
                <a:cs typeface="Roboto"/>
                <a:sym typeface="Roboto"/>
              </a:rPr>
              <a:t>                  </a:t>
            </a:r>
            <a:r>
              <a:rPr b="1" lang="en-GB" sz="1000">
                <a:solidFill>
                  <a:srgbClr val="274E13"/>
                </a:solidFill>
                <a:latin typeface="Roboto"/>
                <a:ea typeface="Roboto"/>
                <a:cs typeface="Roboto"/>
                <a:sym typeface="Roboto"/>
              </a:rPr>
              <a:t>else</a:t>
            </a:r>
            <a:r>
              <a:rPr lang="en-GB" sz="1000">
                <a:solidFill>
                  <a:srgbClr val="FFFFFF"/>
                </a:solidFill>
                <a:latin typeface="Roboto"/>
                <a:ea typeface="Roboto"/>
                <a:cs typeface="Roboto"/>
                <a:sym typeface="Roboto"/>
              </a:rPr>
              <a:t> rollback T;</a:t>
            </a:r>
            <a:endParaRPr sz="1000">
              <a:solidFill>
                <a:srgbClr val="FFFFFF"/>
              </a:solidFill>
            </a:endParaRPr>
          </a:p>
        </p:txBody>
      </p:sp>
      <p:sp>
        <p:nvSpPr>
          <p:cNvPr id="403" name="Google Shape;403;p47"/>
          <p:cNvSpPr/>
          <p:nvPr/>
        </p:nvSpPr>
        <p:spPr>
          <a:xfrm>
            <a:off x="1389925" y="627525"/>
            <a:ext cx="1434900" cy="3333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300"/>
              </a:spcBef>
              <a:spcAft>
                <a:spcPts val="0"/>
              </a:spcAft>
              <a:buNone/>
            </a:pPr>
            <a:r>
              <a:rPr b="1" lang="en-GB" sz="1500">
                <a:solidFill>
                  <a:schemeClr val="dk1"/>
                </a:solidFill>
                <a:latin typeface="Roboto"/>
                <a:ea typeface="Roboto"/>
                <a:cs typeface="Roboto"/>
                <a:sym typeface="Roboto"/>
              </a:rPr>
              <a:t>S ← Greedy(I)</a:t>
            </a:r>
            <a:endParaRPr/>
          </a:p>
        </p:txBody>
      </p:sp>
      <p:cxnSp>
        <p:nvCxnSpPr>
          <p:cNvPr id="404" name="Google Shape;404;p47"/>
          <p:cNvCxnSpPr>
            <a:stCxn id="403" idx="2"/>
            <a:endCxn id="400" idx="0"/>
          </p:cNvCxnSpPr>
          <p:nvPr/>
        </p:nvCxnSpPr>
        <p:spPr>
          <a:xfrm>
            <a:off x="2107375" y="960825"/>
            <a:ext cx="0" cy="195900"/>
          </a:xfrm>
          <a:prstGeom prst="straightConnector1">
            <a:avLst/>
          </a:prstGeom>
          <a:noFill/>
          <a:ln cap="flat" cmpd="sng" w="19050">
            <a:solidFill>
              <a:schemeClr val="dk2"/>
            </a:solidFill>
            <a:prstDash val="solid"/>
            <a:round/>
            <a:headEnd len="med" w="med" type="none"/>
            <a:tailEnd len="med" w="med" type="triangle"/>
          </a:ln>
        </p:spPr>
      </p:cxnSp>
      <p:cxnSp>
        <p:nvCxnSpPr>
          <p:cNvPr id="405" name="Google Shape;405;p47"/>
          <p:cNvCxnSpPr>
            <a:stCxn id="400" idx="2"/>
            <a:endCxn id="401" idx="0"/>
          </p:cNvCxnSpPr>
          <p:nvPr/>
        </p:nvCxnSpPr>
        <p:spPr>
          <a:xfrm>
            <a:off x="2107375" y="2579025"/>
            <a:ext cx="0" cy="224100"/>
          </a:xfrm>
          <a:prstGeom prst="straightConnector1">
            <a:avLst/>
          </a:prstGeom>
          <a:noFill/>
          <a:ln cap="flat" cmpd="sng" w="19050">
            <a:solidFill>
              <a:schemeClr val="dk2"/>
            </a:solidFill>
            <a:prstDash val="solid"/>
            <a:round/>
            <a:headEnd len="med" w="med" type="none"/>
            <a:tailEnd len="med" w="med" type="triangle"/>
          </a:ln>
        </p:spPr>
      </p:cxnSp>
      <p:cxnSp>
        <p:nvCxnSpPr>
          <p:cNvPr id="406" name="Google Shape;406;p47"/>
          <p:cNvCxnSpPr>
            <a:endCxn id="402" idx="1"/>
          </p:cNvCxnSpPr>
          <p:nvPr/>
        </p:nvCxnSpPr>
        <p:spPr>
          <a:xfrm>
            <a:off x="4133025" y="3514400"/>
            <a:ext cx="531600" cy="0"/>
          </a:xfrm>
          <a:prstGeom prst="straightConnector1">
            <a:avLst/>
          </a:prstGeom>
          <a:noFill/>
          <a:ln cap="flat" cmpd="sng" w="19050">
            <a:solidFill>
              <a:schemeClr val="dk2"/>
            </a:solidFill>
            <a:prstDash val="solid"/>
            <a:round/>
            <a:headEnd len="med" w="med" type="none"/>
            <a:tailEnd len="med" w="med" type="triangle"/>
          </a:ln>
        </p:spPr>
      </p:cxnSp>
      <p:sp>
        <p:nvSpPr>
          <p:cNvPr id="407" name="Google Shape;407;p47"/>
          <p:cNvSpPr/>
          <p:nvPr/>
        </p:nvSpPr>
        <p:spPr>
          <a:xfrm>
            <a:off x="6241425" y="4453550"/>
            <a:ext cx="897900" cy="3333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300"/>
              </a:spcBef>
              <a:spcAft>
                <a:spcPts val="0"/>
              </a:spcAft>
              <a:buNone/>
            </a:pPr>
            <a:r>
              <a:rPr b="1" lang="en-GB" sz="1500">
                <a:solidFill>
                  <a:schemeClr val="dk1"/>
                </a:solidFill>
                <a:latin typeface="Roboto"/>
                <a:ea typeface="Roboto"/>
                <a:cs typeface="Roboto"/>
                <a:sym typeface="Roboto"/>
              </a:rPr>
              <a:t>return S</a:t>
            </a:r>
            <a:endParaRPr b="1" sz="1500">
              <a:solidFill>
                <a:schemeClr val="dk1"/>
              </a:solidFill>
              <a:latin typeface="Roboto"/>
              <a:ea typeface="Roboto"/>
              <a:cs typeface="Roboto"/>
              <a:sym typeface="Roboto"/>
            </a:endParaRPr>
          </a:p>
        </p:txBody>
      </p:sp>
      <p:cxnSp>
        <p:nvCxnSpPr>
          <p:cNvPr id="408" name="Google Shape;408;p47"/>
          <p:cNvCxnSpPr>
            <a:stCxn id="402" idx="2"/>
            <a:endCxn id="407" idx="0"/>
          </p:cNvCxnSpPr>
          <p:nvPr/>
        </p:nvCxnSpPr>
        <p:spPr>
          <a:xfrm>
            <a:off x="6690375" y="4225550"/>
            <a:ext cx="0" cy="2280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8"/>
          <p:cNvSpPr txBox="1"/>
          <p:nvPr>
            <p:ph type="title"/>
          </p:nvPr>
        </p:nvSpPr>
        <p:spPr>
          <a:xfrm>
            <a:off x="620050" y="79351"/>
            <a:ext cx="7160400" cy="8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Sequence-based Selection Hyper-heuristic </a:t>
            </a:r>
            <a:endParaRPr/>
          </a:p>
          <a:p>
            <a:pPr indent="0" lvl="0" marL="0" rtl="0" algn="l">
              <a:spcBef>
                <a:spcPts val="0"/>
              </a:spcBef>
              <a:spcAft>
                <a:spcPts val="0"/>
              </a:spcAft>
              <a:buNone/>
            </a:pPr>
            <a:r>
              <a:rPr lang="en-GB"/>
              <a:t>(Challenge winner)</a:t>
            </a:r>
            <a:endParaRPr/>
          </a:p>
        </p:txBody>
      </p:sp>
      <p:sp>
        <p:nvSpPr>
          <p:cNvPr id="415" name="Google Shape;415;p48"/>
          <p:cNvSpPr txBox="1"/>
          <p:nvPr>
            <p:ph idx="1" type="body"/>
          </p:nvPr>
        </p:nvSpPr>
        <p:spPr>
          <a:xfrm>
            <a:off x="476950" y="1102875"/>
            <a:ext cx="7952700" cy="3081900"/>
          </a:xfrm>
          <a:prstGeom prst="rect">
            <a:avLst/>
          </a:prstGeom>
        </p:spPr>
        <p:txBody>
          <a:bodyPr anchorCtr="0" anchor="t" bIns="91425" lIns="91425" spcFirstLastPara="1" rIns="91425" wrap="square" tIns="91425">
            <a:noAutofit/>
          </a:bodyPr>
          <a:lstStyle/>
          <a:p>
            <a:pPr indent="-12700" lvl="0" marL="222250" rtl="0" algn="l">
              <a:spcBef>
                <a:spcPts val="300"/>
              </a:spcBef>
              <a:spcAft>
                <a:spcPts val="0"/>
              </a:spcAft>
              <a:buNone/>
            </a:pPr>
            <a:r>
              <a:t/>
            </a:r>
            <a:endParaRPr/>
          </a:p>
        </p:txBody>
      </p:sp>
      <p:sp>
        <p:nvSpPr>
          <p:cNvPr id="416" name="Google Shape;416;p48"/>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sp>
        <p:nvSpPr>
          <p:cNvPr id="417" name="Google Shape;417;p48"/>
          <p:cNvSpPr/>
          <p:nvPr/>
        </p:nvSpPr>
        <p:spPr>
          <a:xfrm>
            <a:off x="60825" y="1052975"/>
            <a:ext cx="3411900" cy="3714000"/>
          </a:xfrm>
          <a:prstGeom prst="roundRect">
            <a:avLst>
              <a:gd fmla="val 16667" name="adj"/>
            </a:avLst>
          </a:prstGeom>
          <a:solidFill>
            <a:srgbClr val="D9D9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2"/>
              </a:solidFill>
              <a:latin typeface="Arial"/>
              <a:ea typeface="Arial"/>
              <a:cs typeface="Arial"/>
              <a:sym typeface="Arial"/>
            </a:endParaRPr>
          </a:p>
        </p:txBody>
      </p:sp>
      <p:pic>
        <p:nvPicPr>
          <p:cNvPr id="418" name="Google Shape;418;p48"/>
          <p:cNvPicPr preferRelativeResize="0"/>
          <p:nvPr/>
        </p:nvPicPr>
        <p:blipFill>
          <a:blip r:embed="rId3">
            <a:alphaModFix/>
          </a:blip>
          <a:stretch>
            <a:fillRect/>
          </a:stretch>
        </p:blipFill>
        <p:spPr>
          <a:xfrm>
            <a:off x="138825" y="1591863"/>
            <a:ext cx="3255900" cy="1916400"/>
          </a:xfrm>
          <a:prstGeom prst="rect">
            <a:avLst/>
          </a:prstGeom>
          <a:noFill/>
          <a:ln>
            <a:noFill/>
          </a:ln>
        </p:spPr>
      </p:pic>
      <p:sp>
        <p:nvSpPr>
          <p:cNvPr id="419" name="Google Shape;419;p48"/>
          <p:cNvSpPr txBox="1"/>
          <p:nvPr/>
        </p:nvSpPr>
        <p:spPr>
          <a:xfrm>
            <a:off x="266900" y="968500"/>
            <a:ext cx="3377700" cy="347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a:t>Initial solution</a:t>
            </a:r>
            <a:endParaRPr/>
          </a:p>
          <a:p>
            <a:pPr indent="-317500" lvl="0" marL="457200" rtl="0" algn="l">
              <a:spcBef>
                <a:spcPts val="0"/>
              </a:spcBef>
              <a:spcAft>
                <a:spcPts val="0"/>
              </a:spcAft>
              <a:buSzPts val="1400"/>
              <a:buChar char="●"/>
            </a:pPr>
            <a:r>
              <a:rPr lang="en-GB"/>
              <a:t>Set of low level heuristics(moves)</a:t>
            </a:r>
            <a:endParaRPr/>
          </a:p>
        </p:txBody>
      </p:sp>
      <p:sp>
        <p:nvSpPr>
          <p:cNvPr id="420" name="Google Shape;420;p48"/>
          <p:cNvSpPr txBox="1"/>
          <p:nvPr/>
        </p:nvSpPr>
        <p:spPr>
          <a:xfrm>
            <a:off x="90850" y="3648050"/>
            <a:ext cx="3255900" cy="3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85200C"/>
                </a:solidFill>
              </a:rPr>
              <a:t>Currently: independent and stochastic selection of the sequence of moves</a:t>
            </a:r>
            <a:r>
              <a:rPr lang="en-GB">
                <a:solidFill>
                  <a:srgbClr val="85200C"/>
                </a:solidFill>
              </a:rPr>
              <a:t> to apply to the current solution in the optimization </a:t>
            </a:r>
            <a:r>
              <a:rPr lang="en-GB">
                <a:solidFill>
                  <a:srgbClr val="85200C"/>
                </a:solidFill>
              </a:rPr>
              <a:t>process</a:t>
            </a:r>
            <a:endParaRPr>
              <a:solidFill>
                <a:srgbClr val="85200C"/>
              </a:solidFill>
            </a:endParaRPr>
          </a:p>
        </p:txBody>
      </p:sp>
      <p:sp>
        <p:nvSpPr>
          <p:cNvPr id="421" name="Google Shape;421;p48"/>
          <p:cNvSpPr/>
          <p:nvPr/>
        </p:nvSpPr>
        <p:spPr>
          <a:xfrm>
            <a:off x="6376850" y="863650"/>
            <a:ext cx="2773500" cy="38262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t/>
            </a:r>
            <a:endParaRPr sz="1600">
              <a:solidFill>
                <a:schemeClr val="lt2"/>
              </a:solidFill>
            </a:endParaRPr>
          </a:p>
          <a:p>
            <a:pPr indent="0" lvl="0" marL="0" marR="0" rtl="0" algn="ctr">
              <a:spcBef>
                <a:spcPts val="0"/>
              </a:spcBef>
              <a:spcAft>
                <a:spcPts val="0"/>
              </a:spcAft>
              <a:buNone/>
            </a:pPr>
            <a:r>
              <a:rPr lang="en-GB" sz="1200">
                <a:solidFill>
                  <a:schemeClr val="lt2"/>
                </a:solidFill>
              </a:rPr>
              <a:t>A generic sequence-based selection hyper-heuristic framework</a:t>
            </a:r>
            <a:endParaRPr sz="1200">
              <a:solidFill>
                <a:schemeClr val="lt2"/>
              </a:solidFill>
              <a:latin typeface="Arial"/>
              <a:ea typeface="Arial"/>
              <a:cs typeface="Arial"/>
              <a:sym typeface="Arial"/>
            </a:endParaRPr>
          </a:p>
        </p:txBody>
      </p:sp>
      <p:sp>
        <p:nvSpPr>
          <p:cNvPr id="422" name="Google Shape;422;p48"/>
          <p:cNvSpPr txBox="1"/>
          <p:nvPr/>
        </p:nvSpPr>
        <p:spPr>
          <a:xfrm>
            <a:off x="1436050" y="1602813"/>
            <a:ext cx="3495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solidFill>
                  <a:schemeClr val="dk1"/>
                </a:solidFill>
              </a:rPr>
              <a:t>h1</a:t>
            </a:r>
            <a:endParaRPr b="1" sz="800">
              <a:solidFill>
                <a:schemeClr val="dk1"/>
              </a:solidFill>
            </a:endParaRPr>
          </a:p>
        </p:txBody>
      </p:sp>
      <p:sp>
        <p:nvSpPr>
          <p:cNvPr id="423" name="Google Shape;423;p48"/>
          <p:cNvSpPr txBox="1"/>
          <p:nvPr/>
        </p:nvSpPr>
        <p:spPr>
          <a:xfrm>
            <a:off x="1437000" y="2042575"/>
            <a:ext cx="3495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solidFill>
                  <a:schemeClr val="dk1"/>
                </a:solidFill>
              </a:rPr>
              <a:t>h3</a:t>
            </a:r>
            <a:endParaRPr b="1" sz="800">
              <a:solidFill>
                <a:schemeClr val="dk1"/>
              </a:solidFill>
            </a:endParaRPr>
          </a:p>
        </p:txBody>
      </p:sp>
      <p:sp>
        <p:nvSpPr>
          <p:cNvPr id="424" name="Google Shape;424;p48"/>
          <p:cNvSpPr txBox="1"/>
          <p:nvPr/>
        </p:nvSpPr>
        <p:spPr>
          <a:xfrm>
            <a:off x="1437000" y="2493275"/>
            <a:ext cx="3495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solidFill>
                  <a:schemeClr val="dk1"/>
                </a:solidFill>
              </a:rPr>
              <a:t>h5</a:t>
            </a:r>
            <a:endParaRPr b="1" sz="800">
              <a:solidFill>
                <a:schemeClr val="dk1"/>
              </a:solidFill>
            </a:endParaRPr>
          </a:p>
        </p:txBody>
      </p:sp>
      <p:sp>
        <p:nvSpPr>
          <p:cNvPr id="425" name="Google Shape;425;p48"/>
          <p:cNvSpPr txBox="1"/>
          <p:nvPr/>
        </p:nvSpPr>
        <p:spPr>
          <a:xfrm>
            <a:off x="3197625" y="1622200"/>
            <a:ext cx="3495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solidFill>
                  <a:schemeClr val="dk1"/>
                </a:solidFill>
              </a:rPr>
              <a:t>h2</a:t>
            </a:r>
            <a:endParaRPr b="1" sz="800">
              <a:solidFill>
                <a:schemeClr val="dk1"/>
              </a:solidFill>
            </a:endParaRPr>
          </a:p>
        </p:txBody>
      </p:sp>
      <p:sp>
        <p:nvSpPr>
          <p:cNvPr id="426" name="Google Shape;426;p48"/>
          <p:cNvSpPr txBox="1"/>
          <p:nvPr/>
        </p:nvSpPr>
        <p:spPr>
          <a:xfrm>
            <a:off x="3185050" y="2049075"/>
            <a:ext cx="3495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solidFill>
                  <a:schemeClr val="dk1"/>
                </a:solidFill>
              </a:rPr>
              <a:t>h4</a:t>
            </a:r>
            <a:endParaRPr b="1" sz="800">
              <a:solidFill>
                <a:schemeClr val="dk1"/>
              </a:solidFill>
            </a:endParaRPr>
          </a:p>
        </p:txBody>
      </p:sp>
      <p:sp>
        <p:nvSpPr>
          <p:cNvPr id="427" name="Google Shape;427;p48"/>
          <p:cNvSpPr txBox="1"/>
          <p:nvPr/>
        </p:nvSpPr>
        <p:spPr>
          <a:xfrm>
            <a:off x="3197625" y="2550050"/>
            <a:ext cx="3495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solidFill>
                  <a:schemeClr val="dk1"/>
                </a:solidFill>
              </a:rPr>
              <a:t>h6</a:t>
            </a:r>
            <a:endParaRPr b="1" sz="800">
              <a:solidFill>
                <a:schemeClr val="dk1"/>
              </a:solidFill>
            </a:endParaRPr>
          </a:p>
        </p:txBody>
      </p:sp>
      <p:sp>
        <p:nvSpPr>
          <p:cNvPr id="428" name="Google Shape;428;p48"/>
          <p:cNvSpPr txBox="1"/>
          <p:nvPr/>
        </p:nvSpPr>
        <p:spPr>
          <a:xfrm>
            <a:off x="3225850" y="3051025"/>
            <a:ext cx="3495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solidFill>
                  <a:schemeClr val="dk1"/>
                </a:solidFill>
              </a:rPr>
              <a:t>h8</a:t>
            </a:r>
            <a:endParaRPr b="1" sz="800">
              <a:solidFill>
                <a:schemeClr val="dk1"/>
              </a:solidFill>
            </a:endParaRPr>
          </a:p>
        </p:txBody>
      </p:sp>
      <p:sp>
        <p:nvSpPr>
          <p:cNvPr id="429" name="Google Shape;429;p48"/>
          <p:cNvSpPr txBox="1"/>
          <p:nvPr/>
        </p:nvSpPr>
        <p:spPr>
          <a:xfrm>
            <a:off x="1437125" y="3051025"/>
            <a:ext cx="349500" cy="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solidFill>
                  <a:schemeClr val="dk1"/>
                </a:solidFill>
              </a:rPr>
              <a:t>h7</a:t>
            </a:r>
            <a:endParaRPr b="1" sz="800">
              <a:solidFill>
                <a:schemeClr val="dk1"/>
              </a:solidFill>
            </a:endParaRPr>
          </a:p>
        </p:txBody>
      </p:sp>
      <p:sp>
        <p:nvSpPr>
          <p:cNvPr id="430" name="Google Shape;430;p48"/>
          <p:cNvSpPr txBox="1"/>
          <p:nvPr/>
        </p:nvSpPr>
        <p:spPr>
          <a:xfrm>
            <a:off x="3463638" y="1015200"/>
            <a:ext cx="2846100" cy="361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a:t>Transition markov matrix updated at each iteration k with </a:t>
            </a:r>
            <a:r>
              <a:rPr lang="en-GB"/>
              <a:t>success</a:t>
            </a:r>
            <a:r>
              <a:rPr lang="en-GB"/>
              <a:t>: T</a:t>
            </a:r>
            <a:r>
              <a:rPr lang="en-GB" sz="800"/>
              <a:t>k</a:t>
            </a:r>
            <a:r>
              <a:rPr lang="en-GB"/>
              <a:t>(h</a:t>
            </a:r>
            <a:r>
              <a:rPr lang="en-GB" sz="800"/>
              <a:t>i ,</a:t>
            </a:r>
            <a:r>
              <a:rPr lang="en-GB"/>
              <a:t>h</a:t>
            </a:r>
            <a:r>
              <a:rPr lang="en-GB" sz="800"/>
              <a:t>j</a:t>
            </a:r>
            <a:r>
              <a:rPr lang="en-GB"/>
              <a:t>) = probability to select move h</a:t>
            </a:r>
            <a:r>
              <a:rPr lang="en-GB" sz="800"/>
              <a:t>j</a:t>
            </a:r>
            <a:r>
              <a:rPr lang="en-GB"/>
              <a:t> just after the move h</a:t>
            </a:r>
            <a:r>
              <a:rPr lang="en-GB" sz="800"/>
              <a:t>i</a:t>
            </a:r>
            <a:r>
              <a:rPr lang="en-GB"/>
              <a:t> at the iteration k+1</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GB"/>
              <a:t>Dynamically define of the sequence moves to apply in the same iteration: AS(hi,l)= probability to limit the sequence of moves </a:t>
            </a:r>
            <a:endParaRPr/>
          </a:p>
        </p:txBody>
      </p:sp>
      <p:pic>
        <p:nvPicPr>
          <p:cNvPr id="431" name="Google Shape;431;p48"/>
          <p:cNvPicPr preferRelativeResize="0"/>
          <p:nvPr/>
        </p:nvPicPr>
        <p:blipFill>
          <a:blip r:embed="rId4">
            <a:alphaModFix/>
          </a:blip>
          <a:stretch>
            <a:fillRect/>
          </a:stretch>
        </p:blipFill>
        <p:spPr>
          <a:xfrm>
            <a:off x="6491975" y="1015200"/>
            <a:ext cx="2543225" cy="2802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9"/>
          <p:cNvSpPr txBox="1"/>
          <p:nvPr>
            <p:ph type="title"/>
          </p:nvPr>
        </p:nvSpPr>
        <p:spPr>
          <a:xfrm>
            <a:off x="620058" y="79343"/>
            <a:ext cx="71604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Sequence-based Selection Hyper-heuristic </a:t>
            </a:r>
            <a:endParaRPr/>
          </a:p>
          <a:p>
            <a:pPr indent="0" lvl="0" marL="0" rtl="0" algn="l">
              <a:spcBef>
                <a:spcPts val="0"/>
              </a:spcBef>
              <a:spcAft>
                <a:spcPts val="0"/>
              </a:spcAft>
              <a:buNone/>
            </a:pPr>
            <a:r>
              <a:rPr lang="en-GB"/>
              <a:t>(Challenge winner) Result</a:t>
            </a:r>
            <a:endParaRPr/>
          </a:p>
          <a:p>
            <a:pPr indent="0" lvl="0" marL="0" rtl="0" algn="l">
              <a:spcBef>
                <a:spcPts val="0"/>
              </a:spcBef>
              <a:spcAft>
                <a:spcPts val="0"/>
              </a:spcAft>
              <a:buNone/>
            </a:pPr>
            <a:r>
              <a:t/>
            </a:r>
            <a:endParaRPr/>
          </a:p>
        </p:txBody>
      </p:sp>
      <p:sp>
        <p:nvSpPr>
          <p:cNvPr id="438" name="Google Shape;438;p49"/>
          <p:cNvSpPr txBox="1"/>
          <p:nvPr>
            <p:ph idx="1" type="body"/>
          </p:nvPr>
        </p:nvSpPr>
        <p:spPr>
          <a:xfrm>
            <a:off x="476950" y="1102875"/>
            <a:ext cx="7952700" cy="30819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None/>
            </a:pPr>
            <a:r>
              <a:t/>
            </a:r>
            <a:endParaRPr/>
          </a:p>
        </p:txBody>
      </p:sp>
      <p:sp>
        <p:nvSpPr>
          <p:cNvPr id="439" name="Google Shape;439;p49"/>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pic>
        <p:nvPicPr>
          <p:cNvPr id="440" name="Google Shape;440;p49"/>
          <p:cNvPicPr preferRelativeResize="0"/>
          <p:nvPr/>
        </p:nvPicPr>
        <p:blipFill>
          <a:blip r:embed="rId3">
            <a:alphaModFix/>
          </a:blip>
          <a:stretch>
            <a:fillRect/>
          </a:stretch>
        </p:blipFill>
        <p:spPr>
          <a:xfrm>
            <a:off x="515475" y="1102875"/>
            <a:ext cx="6663464" cy="3391475"/>
          </a:xfrm>
          <a:prstGeom prst="rect">
            <a:avLst/>
          </a:prstGeom>
          <a:noFill/>
          <a:ln>
            <a:noFill/>
          </a:ln>
        </p:spPr>
      </p:pic>
      <p:sp>
        <p:nvSpPr>
          <p:cNvPr id="441" name="Google Shape;441;p49"/>
          <p:cNvSpPr txBox="1"/>
          <p:nvPr/>
        </p:nvSpPr>
        <p:spPr>
          <a:xfrm>
            <a:off x="6694625" y="2941304"/>
            <a:ext cx="1374900" cy="3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t>TENOR</a:t>
            </a:r>
            <a:endParaRPr b="1" sz="1200"/>
          </a:p>
        </p:txBody>
      </p:sp>
      <p:sp>
        <p:nvSpPr>
          <p:cNvPr id="442" name="Google Shape;442;p49"/>
          <p:cNvSpPr txBox="1"/>
          <p:nvPr/>
        </p:nvSpPr>
        <p:spPr>
          <a:xfrm>
            <a:off x="6544300" y="3643675"/>
            <a:ext cx="1374900" cy="34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200"/>
              <a:t>Better </a:t>
            </a:r>
            <a:endParaRPr b="1" sz="1200"/>
          </a:p>
          <a:p>
            <a:pPr indent="0" lvl="0" marL="0" rtl="0" algn="ctr">
              <a:spcBef>
                <a:spcPts val="0"/>
              </a:spcBef>
              <a:spcAft>
                <a:spcPts val="0"/>
              </a:spcAft>
              <a:buNone/>
            </a:pPr>
            <a:r>
              <a:rPr b="1" lang="en-GB" sz="1200"/>
              <a:t>Full Horizon</a:t>
            </a:r>
            <a:endParaRPr b="1" sz="1200"/>
          </a:p>
          <a:p>
            <a:pPr indent="0" lvl="0" marL="0" rtl="0" algn="ctr">
              <a:spcBef>
                <a:spcPts val="0"/>
              </a:spcBef>
              <a:spcAft>
                <a:spcPts val="0"/>
              </a:spcAft>
              <a:buNone/>
            </a:pPr>
            <a:r>
              <a:rPr b="1" lang="en-GB" sz="1200"/>
              <a:t>LR than TENOR</a:t>
            </a:r>
            <a:endParaRPr b="1" sz="1200"/>
          </a:p>
        </p:txBody>
      </p:sp>
      <p:sp>
        <p:nvSpPr>
          <p:cNvPr id="443" name="Google Shape;443;p49"/>
          <p:cNvSpPr txBox="1"/>
          <p:nvPr/>
        </p:nvSpPr>
        <p:spPr>
          <a:xfrm>
            <a:off x="6544300" y="1975725"/>
            <a:ext cx="1374900" cy="34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200"/>
              <a:t>Worse Full Horizon LR than TENOR</a:t>
            </a:r>
            <a:endParaRPr b="1"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0"/>
          <p:cNvSpPr txBox="1"/>
          <p:nvPr>
            <p:ph type="title"/>
          </p:nvPr>
        </p:nvSpPr>
        <p:spPr>
          <a:xfrm>
            <a:off x="620058" y="79343"/>
            <a:ext cx="71604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heuristic branch-cut-and-price algorithm</a:t>
            </a:r>
            <a:endParaRPr/>
          </a:p>
          <a:p>
            <a:pPr indent="0" lvl="0" marL="0" rtl="0" algn="l">
              <a:spcBef>
                <a:spcPts val="0"/>
              </a:spcBef>
              <a:spcAft>
                <a:spcPts val="0"/>
              </a:spcAft>
              <a:buNone/>
            </a:pPr>
            <a:r>
              <a:rPr lang="en-GB"/>
              <a:t>(Scientific prize winner)</a:t>
            </a:r>
            <a:endParaRPr/>
          </a:p>
        </p:txBody>
      </p:sp>
      <p:sp>
        <p:nvSpPr>
          <p:cNvPr id="450" name="Google Shape;450;p50"/>
          <p:cNvSpPr txBox="1"/>
          <p:nvPr>
            <p:ph idx="1" type="body"/>
          </p:nvPr>
        </p:nvSpPr>
        <p:spPr>
          <a:xfrm>
            <a:off x="95750" y="1070650"/>
            <a:ext cx="2256000" cy="4203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None/>
            </a:pPr>
            <a:r>
              <a:rPr lang="en-GB" sz="1200"/>
              <a:t>Column definition</a:t>
            </a:r>
            <a:endParaRPr sz="1200"/>
          </a:p>
        </p:txBody>
      </p:sp>
      <p:sp>
        <p:nvSpPr>
          <p:cNvPr id="451" name="Google Shape;451;p50"/>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pic>
        <p:nvPicPr>
          <p:cNvPr id="452" name="Google Shape;452;p50"/>
          <p:cNvPicPr preferRelativeResize="0"/>
          <p:nvPr/>
        </p:nvPicPr>
        <p:blipFill>
          <a:blip r:embed="rId3">
            <a:alphaModFix/>
          </a:blip>
          <a:stretch>
            <a:fillRect/>
          </a:stretch>
        </p:blipFill>
        <p:spPr>
          <a:xfrm>
            <a:off x="1394925" y="1070652"/>
            <a:ext cx="2305428" cy="617875"/>
          </a:xfrm>
          <a:prstGeom prst="rect">
            <a:avLst/>
          </a:prstGeom>
          <a:noFill/>
          <a:ln>
            <a:noFill/>
          </a:ln>
        </p:spPr>
      </p:pic>
      <p:pic>
        <p:nvPicPr>
          <p:cNvPr id="453" name="Google Shape;453;p50"/>
          <p:cNvPicPr preferRelativeResize="0"/>
          <p:nvPr/>
        </p:nvPicPr>
        <p:blipFill>
          <a:blip r:embed="rId4">
            <a:alphaModFix/>
          </a:blip>
          <a:stretch>
            <a:fillRect/>
          </a:stretch>
        </p:blipFill>
        <p:spPr>
          <a:xfrm>
            <a:off x="4500975" y="524825"/>
            <a:ext cx="3885200" cy="2499125"/>
          </a:xfrm>
          <a:prstGeom prst="rect">
            <a:avLst/>
          </a:prstGeom>
          <a:noFill/>
          <a:ln>
            <a:noFill/>
          </a:ln>
        </p:spPr>
      </p:pic>
      <p:sp>
        <p:nvSpPr>
          <p:cNvPr id="454" name="Google Shape;454;p50"/>
          <p:cNvSpPr/>
          <p:nvPr/>
        </p:nvSpPr>
        <p:spPr>
          <a:xfrm>
            <a:off x="401325" y="1688525"/>
            <a:ext cx="2819400" cy="31791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2"/>
                </a:solidFill>
              </a:rPr>
              <a:t>Complexity and results: </a:t>
            </a:r>
            <a:endParaRPr sz="1200">
              <a:solidFill>
                <a:schemeClr val="lt2"/>
              </a:solidFill>
            </a:endParaRPr>
          </a:p>
          <a:p>
            <a:pPr indent="-304800" lvl="0" marL="457200" marR="0" rtl="0" algn="l">
              <a:spcBef>
                <a:spcPts val="0"/>
              </a:spcBef>
              <a:spcAft>
                <a:spcPts val="0"/>
              </a:spcAft>
              <a:buClr>
                <a:schemeClr val="lt2"/>
              </a:buClr>
              <a:buSzPts val="1200"/>
              <a:buChar char="●"/>
            </a:pPr>
            <a:r>
              <a:rPr lang="en-GB" sz="1200">
                <a:solidFill>
                  <a:schemeClr val="lt2"/>
                </a:solidFill>
              </a:rPr>
              <a:t>The number time-stamp shifts is exponential</a:t>
            </a:r>
            <a:endParaRPr sz="1200">
              <a:solidFill>
                <a:schemeClr val="lt2"/>
              </a:solidFill>
            </a:endParaRPr>
          </a:p>
          <a:p>
            <a:pPr indent="0" lvl="0" marL="0" marR="0" rtl="0" algn="l">
              <a:spcBef>
                <a:spcPts val="0"/>
              </a:spcBef>
              <a:spcAft>
                <a:spcPts val="0"/>
              </a:spcAft>
              <a:buNone/>
            </a:pPr>
            <a:r>
              <a:t/>
            </a:r>
            <a:endParaRPr sz="1200">
              <a:solidFill>
                <a:schemeClr val="lt2"/>
              </a:solidFill>
            </a:endParaRPr>
          </a:p>
          <a:p>
            <a:pPr indent="-304800" lvl="0" marL="457200" marR="0" rtl="0" algn="l">
              <a:spcBef>
                <a:spcPts val="0"/>
              </a:spcBef>
              <a:spcAft>
                <a:spcPts val="0"/>
              </a:spcAft>
              <a:buClr>
                <a:schemeClr val="lt2"/>
              </a:buClr>
              <a:buSzPts val="1200"/>
              <a:buChar char="●"/>
            </a:pPr>
            <a:r>
              <a:rPr lang="en-GB" sz="1200">
                <a:solidFill>
                  <a:schemeClr val="lt1"/>
                </a:solidFill>
              </a:rPr>
              <a:t>Some constraints are indexed on the set of shifts, so when we generate new column (variable), we also generate new constraints</a:t>
            </a:r>
            <a:endParaRPr sz="1200">
              <a:solidFill>
                <a:schemeClr val="lt1"/>
              </a:solidFill>
            </a:endParaRPr>
          </a:p>
          <a:p>
            <a:pPr indent="0" lvl="0" marL="0" marR="0" rtl="0" algn="l">
              <a:spcBef>
                <a:spcPts val="0"/>
              </a:spcBef>
              <a:spcAft>
                <a:spcPts val="0"/>
              </a:spcAft>
              <a:buNone/>
            </a:pPr>
            <a:r>
              <a:t/>
            </a:r>
            <a:endParaRPr sz="1200">
              <a:solidFill>
                <a:schemeClr val="lt1"/>
              </a:solidFill>
            </a:endParaRPr>
          </a:p>
          <a:p>
            <a:pPr indent="-304800" lvl="0" marL="457200" marR="0" rtl="0" algn="l">
              <a:spcBef>
                <a:spcPts val="0"/>
              </a:spcBef>
              <a:spcAft>
                <a:spcPts val="0"/>
              </a:spcAft>
              <a:buClr>
                <a:schemeClr val="lt1"/>
              </a:buClr>
              <a:buSzPts val="1200"/>
              <a:buChar char="●"/>
            </a:pPr>
            <a:r>
              <a:rPr lang="en-GB" sz="1200">
                <a:solidFill>
                  <a:schemeClr val="lt1"/>
                </a:solidFill>
              </a:rPr>
              <a:t>Results: poor performances and no additional  information concerning the lower bound</a:t>
            </a:r>
            <a:endParaRPr sz="1200">
              <a:solidFill>
                <a:schemeClr val="lt1"/>
              </a:solidFill>
            </a:endParaRPr>
          </a:p>
          <a:p>
            <a:pPr indent="0" lvl="0" marL="0" marR="0" rtl="0" algn="l">
              <a:spcBef>
                <a:spcPts val="0"/>
              </a:spcBef>
              <a:spcAft>
                <a:spcPts val="0"/>
              </a:spcAft>
              <a:buNone/>
            </a:pPr>
            <a:r>
              <a:t/>
            </a:r>
            <a:endParaRPr sz="1200">
              <a:solidFill>
                <a:schemeClr val="lt2"/>
              </a:solidFill>
            </a:endParaRPr>
          </a:p>
        </p:txBody>
      </p:sp>
      <p:pic>
        <p:nvPicPr>
          <p:cNvPr id="455" name="Google Shape;455;p50"/>
          <p:cNvPicPr preferRelativeResize="0"/>
          <p:nvPr/>
        </p:nvPicPr>
        <p:blipFill>
          <a:blip r:embed="rId5">
            <a:alphaModFix/>
          </a:blip>
          <a:stretch>
            <a:fillRect/>
          </a:stretch>
        </p:blipFill>
        <p:spPr>
          <a:xfrm>
            <a:off x="4785025" y="3063625"/>
            <a:ext cx="3696479" cy="1804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1"/>
          <p:cNvSpPr txBox="1"/>
          <p:nvPr>
            <p:ph type="title"/>
          </p:nvPr>
        </p:nvSpPr>
        <p:spPr>
          <a:xfrm>
            <a:off x="620050" y="128250"/>
            <a:ext cx="7160400" cy="80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Lower Bound LR-IRP</a:t>
            </a:r>
            <a:endParaRPr/>
          </a:p>
          <a:p>
            <a:pPr indent="0" lvl="0" marL="0" rtl="0" algn="l">
              <a:spcBef>
                <a:spcPts val="0"/>
              </a:spcBef>
              <a:spcAft>
                <a:spcPts val="0"/>
              </a:spcAft>
              <a:buNone/>
            </a:pPr>
            <a:r>
              <a:rPr lang="en-GB"/>
              <a:t>(Junior Prize winner)</a:t>
            </a:r>
            <a:endParaRPr/>
          </a:p>
        </p:txBody>
      </p:sp>
      <p:sp>
        <p:nvSpPr>
          <p:cNvPr id="462" name="Google Shape;462;p51"/>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sp>
        <p:nvSpPr>
          <p:cNvPr id="463" name="Google Shape;463;p51"/>
          <p:cNvSpPr txBox="1"/>
          <p:nvPr/>
        </p:nvSpPr>
        <p:spPr>
          <a:xfrm>
            <a:off x="3999650" y="52475"/>
            <a:ext cx="5277000" cy="5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Extension of the work of </a:t>
            </a:r>
            <a:r>
              <a:rPr lang="en-GB" sz="1200"/>
              <a:t>Song and Savelsbergh - 2007 on Performance Measurement for Inventory Routing (linear objective function) to the LR-IRP. </a:t>
            </a:r>
            <a:endParaRPr sz="1200"/>
          </a:p>
        </p:txBody>
      </p:sp>
      <p:sp>
        <p:nvSpPr>
          <p:cNvPr id="464" name="Google Shape;464;p51"/>
          <p:cNvSpPr txBox="1"/>
          <p:nvPr/>
        </p:nvSpPr>
        <p:spPr>
          <a:xfrm>
            <a:off x="53825" y="1046750"/>
            <a:ext cx="4971600" cy="6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Delivery </a:t>
            </a:r>
            <a:r>
              <a:rPr b="1" lang="en-GB"/>
              <a:t>Pattern of a trailer definition</a:t>
            </a:r>
            <a:r>
              <a:rPr lang="en-GB"/>
              <a:t>: Consider an IRP with n </a:t>
            </a:r>
            <a:r>
              <a:rPr lang="en-GB"/>
              <a:t>customers:</a:t>
            </a:r>
            <a:endParaRPr/>
          </a:p>
          <a:p>
            <a:pPr indent="0" lvl="0" marL="0" rtl="0" algn="l">
              <a:spcBef>
                <a:spcPts val="0"/>
              </a:spcBef>
              <a:spcAft>
                <a:spcPts val="0"/>
              </a:spcAft>
              <a:buNone/>
            </a:pPr>
            <a:r>
              <a:t/>
            </a:r>
            <a:endParaRPr/>
          </a:p>
        </p:txBody>
      </p:sp>
      <p:grpSp>
        <p:nvGrpSpPr>
          <p:cNvPr id="465" name="Google Shape;465;p51"/>
          <p:cNvGrpSpPr/>
          <p:nvPr/>
        </p:nvGrpSpPr>
        <p:grpSpPr>
          <a:xfrm>
            <a:off x="161900" y="1771375"/>
            <a:ext cx="402400" cy="532200"/>
            <a:chOff x="1172450" y="2240525"/>
            <a:chExt cx="402400" cy="532200"/>
          </a:xfrm>
        </p:grpSpPr>
        <p:pic>
          <p:nvPicPr>
            <p:cNvPr id="466" name="Google Shape;466;p51"/>
            <p:cNvPicPr preferRelativeResize="0"/>
            <p:nvPr/>
          </p:nvPicPr>
          <p:blipFill>
            <a:blip r:embed="rId3">
              <a:alphaModFix/>
            </a:blip>
            <a:stretch>
              <a:fillRect/>
            </a:stretch>
          </p:blipFill>
          <p:spPr>
            <a:xfrm>
              <a:off x="1172450" y="2240525"/>
              <a:ext cx="402400" cy="532200"/>
            </a:xfrm>
            <a:prstGeom prst="rect">
              <a:avLst/>
            </a:prstGeom>
            <a:noFill/>
            <a:ln>
              <a:noFill/>
            </a:ln>
          </p:spPr>
        </p:pic>
        <p:sp>
          <p:nvSpPr>
            <p:cNvPr id="467" name="Google Shape;467;p51"/>
            <p:cNvSpPr/>
            <p:nvPr/>
          </p:nvSpPr>
          <p:spPr>
            <a:xfrm>
              <a:off x="1172500" y="2368925"/>
              <a:ext cx="402300" cy="18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000"/>
                <a:t>d</a:t>
              </a:r>
              <a:r>
                <a:rPr b="1" lang="en-GB" sz="1000"/>
                <a:t>1</a:t>
              </a:r>
              <a:endParaRPr b="1" sz="1000"/>
            </a:p>
          </p:txBody>
        </p:sp>
      </p:grpSp>
      <p:grpSp>
        <p:nvGrpSpPr>
          <p:cNvPr id="468" name="Google Shape;468;p51"/>
          <p:cNvGrpSpPr/>
          <p:nvPr/>
        </p:nvGrpSpPr>
        <p:grpSpPr>
          <a:xfrm>
            <a:off x="669025" y="1771375"/>
            <a:ext cx="402400" cy="532200"/>
            <a:chOff x="1172450" y="2240525"/>
            <a:chExt cx="402400" cy="532200"/>
          </a:xfrm>
        </p:grpSpPr>
        <p:pic>
          <p:nvPicPr>
            <p:cNvPr id="469" name="Google Shape;469;p51"/>
            <p:cNvPicPr preferRelativeResize="0"/>
            <p:nvPr/>
          </p:nvPicPr>
          <p:blipFill>
            <a:blip r:embed="rId3">
              <a:alphaModFix/>
            </a:blip>
            <a:stretch>
              <a:fillRect/>
            </a:stretch>
          </p:blipFill>
          <p:spPr>
            <a:xfrm>
              <a:off x="1172450" y="2240525"/>
              <a:ext cx="402400" cy="532200"/>
            </a:xfrm>
            <a:prstGeom prst="rect">
              <a:avLst/>
            </a:prstGeom>
            <a:noFill/>
            <a:ln>
              <a:noFill/>
            </a:ln>
          </p:spPr>
        </p:pic>
        <p:sp>
          <p:nvSpPr>
            <p:cNvPr id="470" name="Google Shape;470;p51"/>
            <p:cNvSpPr/>
            <p:nvPr/>
          </p:nvSpPr>
          <p:spPr>
            <a:xfrm>
              <a:off x="1172500" y="2368925"/>
              <a:ext cx="402300" cy="18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000"/>
                <a:t>d</a:t>
              </a:r>
              <a:r>
                <a:rPr b="1" lang="en-GB" sz="1000"/>
                <a:t>2</a:t>
              </a:r>
              <a:endParaRPr b="1" sz="1000"/>
            </a:p>
          </p:txBody>
        </p:sp>
      </p:grpSp>
      <p:grpSp>
        <p:nvGrpSpPr>
          <p:cNvPr id="471" name="Google Shape;471;p51"/>
          <p:cNvGrpSpPr/>
          <p:nvPr/>
        </p:nvGrpSpPr>
        <p:grpSpPr>
          <a:xfrm>
            <a:off x="1208400" y="1771375"/>
            <a:ext cx="402400" cy="532200"/>
            <a:chOff x="1172450" y="2240525"/>
            <a:chExt cx="402400" cy="532200"/>
          </a:xfrm>
        </p:grpSpPr>
        <p:pic>
          <p:nvPicPr>
            <p:cNvPr id="472" name="Google Shape;472;p51"/>
            <p:cNvPicPr preferRelativeResize="0"/>
            <p:nvPr/>
          </p:nvPicPr>
          <p:blipFill>
            <a:blip r:embed="rId3">
              <a:alphaModFix/>
            </a:blip>
            <a:stretch>
              <a:fillRect/>
            </a:stretch>
          </p:blipFill>
          <p:spPr>
            <a:xfrm>
              <a:off x="1172450" y="2240525"/>
              <a:ext cx="402400" cy="532200"/>
            </a:xfrm>
            <a:prstGeom prst="rect">
              <a:avLst/>
            </a:prstGeom>
            <a:noFill/>
            <a:ln>
              <a:noFill/>
            </a:ln>
          </p:spPr>
        </p:pic>
        <p:sp>
          <p:nvSpPr>
            <p:cNvPr id="473" name="Google Shape;473;p51"/>
            <p:cNvSpPr/>
            <p:nvPr/>
          </p:nvSpPr>
          <p:spPr>
            <a:xfrm>
              <a:off x="1172500" y="2368925"/>
              <a:ext cx="402300" cy="18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000"/>
                <a:t>d</a:t>
              </a:r>
              <a:r>
                <a:rPr b="1" lang="en-GB" sz="1000"/>
                <a:t>3</a:t>
              </a:r>
              <a:endParaRPr b="1" sz="1000"/>
            </a:p>
          </p:txBody>
        </p:sp>
      </p:grpSp>
      <p:grpSp>
        <p:nvGrpSpPr>
          <p:cNvPr id="474" name="Google Shape;474;p51"/>
          <p:cNvGrpSpPr/>
          <p:nvPr/>
        </p:nvGrpSpPr>
        <p:grpSpPr>
          <a:xfrm>
            <a:off x="2018450" y="1771375"/>
            <a:ext cx="402400" cy="532200"/>
            <a:chOff x="635000" y="2240525"/>
            <a:chExt cx="402400" cy="532200"/>
          </a:xfrm>
        </p:grpSpPr>
        <p:pic>
          <p:nvPicPr>
            <p:cNvPr id="475" name="Google Shape;475;p51"/>
            <p:cNvPicPr preferRelativeResize="0"/>
            <p:nvPr/>
          </p:nvPicPr>
          <p:blipFill>
            <a:blip r:embed="rId3">
              <a:alphaModFix/>
            </a:blip>
            <a:stretch>
              <a:fillRect/>
            </a:stretch>
          </p:blipFill>
          <p:spPr>
            <a:xfrm>
              <a:off x="635000" y="2240525"/>
              <a:ext cx="402400" cy="532200"/>
            </a:xfrm>
            <a:prstGeom prst="rect">
              <a:avLst/>
            </a:prstGeom>
            <a:noFill/>
            <a:ln>
              <a:noFill/>
            </a:ln>
          </p:spPr>
        </p:pic>
        <p:sp>
          <p:nvSpPr>
            <p:cNvPr id="476" name="Google Shape;476;p51"/>
            <p:cNvSpPr/>
            <p:nvPr/>
          </p:nvSpPr>
          <p:spPr>
            <a:xfrm>
              <a:off x="635050" y="2373075"/>
              <a:ext cx="402300" cy="18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000"/>
                <a:t>d</a:t>
              </a:r>
              <a:r>
                <a:rPr b="1" lang="en-GB" sz="1000"/>
                <a:t>n</a:t>
              </a:r>
              <a:endParaRPr b="1" sz="1000"/>
            </a:p>
          </p:txBody>
        </p:sp>
      </p:grpSp>
      <p:sp>
        <p:nvSpPr>
          <p:cNvPr id="477" name="Google Shape;477;p51"/>
          <p:cNvSpPr txBox="1"/>
          <p:nvPr/>
        </p:nvSpPr>
        <p:spPr>
          <a:xfrm>
            <a:off x="1713275" y="1771125"/>
            <a:ext cx="338700" cy="4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t>
            </a:r>
            <a:endParaRPr/>
          </a:p>
        </p:txBody>
      </p:sp>
      <p:sp>
        <p:nvSpPr>
          <p:cNvPr id="478" name="Google Shape;478;p51"/>
          <p:cNvSpPr txBox="1"/>
          <p:nvPr/>
        </p:nvSpPr>
        <p:spPr>
          <a:xfrm>
            <a:off x="120250" y="2447950"/>
            <a:ext cx="4362300" cy="6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Delivery </a:t>
            </a:r>
            <a:r>
              <a:rPr b="1" lang="en-GB"/>
              <a:t>Pattern of the base</a:t>
            </a:r>
            <a:r>
              <a:rPr lang="en-GB"/>
              <a:t>: at most one customer is </a:t>
            </a:r>
            <a:r>
              <a:rPr i="1" lang="en-GB"/>
              <a:t>partially</a:t>
            </a:r>
            <a:r>
              <a:rPr lang="en-GB"/>
              <a:t> delivered</a:t>
            </a:r>
            <a:endParaRPr/>
          </a:p>
          <a:p>
            <a:pPr indent="0" lvl="0" marL="0" rtl="0" algn="l">
              <a:spcBef>
                <a:spcPts val="0"/>
              </a:spcBef>
              <a:spcAft>
                <a:spcPts val="0"/>
              </a:spcAft>
              <a:buNone/>
            </a:pPr>
            <a:r>
              <a:t/>
            </a:r>
            <a:endParaRPr/>
          </a:p>
        </p:txBody>
      </p:sp>
      <p:sp>
        <p:nvSpPr>
          <p:cNvPr id="479" name="Google Shape;479;p51"/>
          <p:cNvSpPr/>
          <p:nvPr/>
        </p:nvSpPr>
        <p:spPr>
          <a:xfrm>
            <a:off x="228500" y="3109150"/>
            <a:ext cx="3583500" cy="8076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t>Main result used to reduce the size of the lower bound problem</a:t>
            </a:r>
            <a:r>
              <a:rPr lang="en-GB"/>
              <a:t>: Each delivery pattern can be expressed as convex combination of the patterns of the base</a:t>
            </a:r>
            <a:endParaRPr/>
          </a:p>
        </p:txBody>
      </p:sp>
      <p:sp>
        <p:nvSpPr>
          <p:cNvPr id="480" name="Google Shape;480;p51"/>
          <p:cNvSpPr/>
          <p:nvPr/>
        </p:nvSpPr>
        <p:spPr>
          <a:xfrm>
            <a:off x="202625" y="4145175"/>
            <a:ext cx="3429000" cy="459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We can just consider the patterns of the base</a:t>
            </a:r>
            <a:endParaRPr/>
          </a:p>
        </p:txBody>
      </p:sp>
      <p:sp>
        <p:nvSpPr>
          <p:cNvPr id="481" name="Google Shape;481;p51"/>
          <p:cNvSpPr/>
          <p:nvPr/>
        </p:nvSpPr>
        <p:spPr>
          <a:xfrm>
            <a:off x="1671575" y="3936913"/>
            <a:ext cx="96900" cy="188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1"/>
          <p:cNvSpPr/>
          <p:nvPr/>
        </p:nvSpPr>
        <p:spPr>
          <a:xfrm>
            <a:off x="5042350" y="969751"/>
            <a:ext cx="3493200" cy="53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Step 1: </a:t>
            </a:r>
            <a:r>
              <a:rPr lang="en-GB" sz="1200"/>
              <a:t>Generation of the set of patterns of the base and computation of the pattern time (t(P)) and cost (c(P)) :TSP</a:t>
            </a:r>
            <a:endParaRPr sz="1200"/>
          </a:p>
        </p:txBody>
      </p:sp>
      <p:sp>
        <p:nvSpPr>
          <p:cNvPr id="483" name="Google Shape;483;p51"/>
          <p:cNvSpPr/>
          <p:nvPr/>
        </p:nvSpPr>
        <p:spPr>
          <a:xfrm>
            <a:off x="4541650" y="1818850"/>
            <a:ext cx="2012700" cy="24768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rPr lang="en-GB" sz="1200">
                <a:solidFill>
                  <a:schemeClr val="lt2"/>
                </a:solidFill>
              </a:rPr>
              <a:t>Minimization Pattern Selection LP</a:t>
            </a:r>
            <a:endParaRPr sz="1200">
              <a:solidFill>
                <a:schemeClr val="lt2"/>
              </a:solidFill>
              <a:latin typeface="Arial"/>
              <a:ea typeface="Arial"/>
              <a:cs typeface="Arial"/>
              <a:sym typeface="Arial"/>
            </a:endParaRPr>
          </a:p>
        </p:txBody>
      </p:sp>
      <p:sp>
        <p:nvSpPr>
          <p:cNvPr id="484" name="Google Shape;484;p51"/>
          <p:cNvSpPr/>
          <p:nvPr/>
        </p:nvSpPr>
        <p:spPr>
          <a:xfrm>
            <a:off x="6866425" y="1818850"/>
            <a:ext cx="2012700" cy="24768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t/>
            </a:r>
            <a:endParaRPr sz="1200">
              <a:solidFill>
                <a:schemeClr val="lt2"/>
              </a:solidFill>
            </a:endParaRPr>
          </a:p>
          <a:p>
            <a:pPr indent="0" lvl="0" marL="0" marR="0" rtl="0" algn="ctr">
              <a:spcBef>
                <a:spcPts val="0"/>
              </a:spcBef>
              <a:spcAft>
                <a:spcPts val="0"/>
              </a:spcAft>
              <a:buNone/>
            </a:pPr>
            <a:r>
              <a:rPr lang="en-GB" sz="1200">
                <a:solidFill>
                  <a:schemeClr val="lt2"/>
                </a:solidFill>
              </a:rPr>
              <a:t>Maximization Pattern Selection LP</a:t>
            </a:r>
            <a:endParaRPr sz="1200">
              <a:solidFill>
                <a:schemeClr val="lt2"/>
              </a:solidFill>
              <a:latin typeface="Arial"/>
              <a:ea typeface="Arial"/>
              <a:cs typeface="Arial"/>
              <a:sym typeface="Arial"/>
            </a:endParaRPr>
          </a:p>
        </p:txBody>
      </p:sp>
      <p:pic>
        <p:nvPicPr>
          <p:cNvPr id="485" name="Google Shape;485;p51"/>
          <p:cNvPicPr preferRelativeResize="0"/>
          <p:nvPr/>
        </p:nvPicPr>
        <p:blipFill>
          <a:blip r:embed="rId4">
            <a:alphaModFix/>
          </a:blip>
          <a:stretch>
            <a:fillRect/>
          </a:stretch>
        </p:blipFill>
        <p:spPr>
          <a:xfrm>
            <a:off x="4736199" y="2226375"/>
            <a:ext cx="1623600" cy="1044600"/>
          </a:xfrm>
          <a:prstGeom prst="rect">
            <a:avLst/>
          </a:prstGeom>
          <a:noFill/>
          <a:ln>
            <a:noFill/>
          </a:ln>
        </p:spPr>
      </p:pic>
      <p:pic>
        <p:nvPicPr>
          <p:cNvPr id="486" name="Google Shape;486;p51"/>
          <p:cNvPicPr preferRelativeResize="0"/>
          <p:nvPr/>
        </p:nvPicPr>
        <p:blipFill>
          <a:blip r:embed="rId5">
            <a:alphaModFix/>
          </a:blip>
          <a:stretch>
            <a:fillRect/>
          </a:stretch>
        </p:blipFill>
        <p:spPr>
          <a:xfrm>
            <a:off x="7092675" y="2274242"/>
            <a:ext cx="1623600" cy="735308"/>
          </a:xfrm>
          <a:prstGeom prst="rect">
            <a:avLst/>
          </a:prstGeom>
          <a:noFill/>
          <a:ln>
            <a:noFill/>
          </a:ln>
        </p:spPr>
      </p:pic>
      <p:pic>
        <p:nvPicPr>
          <p:cNvPr id="487" name="Google Shape;487;p51"/>
          <p:cNvPicPr preferRelativeResize="0"/>
          <p:nvPr/>
        </p:nvPicPr>
        <p:blipFill>
          <a:blip r:embed="rId6">
            <a:alphaModFix/>
          </a:blip>
          <a:stretch>
            <a:fillRect/>
          </a:stretch>
        </p:blipFill>
        <p:spPr>
          <a:xfrm>
            <a:off x="7078000" y="3009550"/>
            <a:ext cx="1652950" cy="261425"/>
          </a:xfrm>
          <a:prstGeom prst="rect">
            <a:avLst/>
          </a:prstGeom>
          <a:noFill/>
          <a:ln>
            <a:noFill/>
          </a:ln>
        </p:spPr>
      </p:pic>
      <p:pic>
        <p:nvPicPr>
          <p:cNvPr id="488" name="Google Shape;488;p51"/>
          <p:cNvPicPr preferRelativeResize="0"/>
          <p:nvPr/>
        </p:nvPicPr>
        <p:blipFill>
          <a:blip r:embed="rId7">
            <a:alphaModFix/>
          </a:blip>
          <a:stretch>
            <a:fillRect/>
          </a:stretch>
        </p:blipFill>
        <p:spPr>
          <a:xfrm>
            <a:off x="6334275" y="4295650"/>
            <a:ext cx="858300" cy="340450"/>
          </a:xfrm>
          <a:prstGeom prst="rect">
            <a:avLst/>
          </a:prstGeom>
          <a:noFill/>
          <a:ln>
            <a:noFill/>
          </a:ln>
        </p:spPr>
      </p:pic>
      <p:sp>
        <p:nvSpPr>
          <p:cNvPr id="489" name="Google Shape;489;p51"/>
          <p:cNvSpPr txBox="1"/>
          <p:nvPr/>
        </p:nvSpPr>
        <p:spPr>
          <a:xfrm>
            <a:off x="5042350" y="1485675"/>
            <a:ext cx="3493200" cy="340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Step 2: selection of patterns</a:t>
            </a:r>
            <a:endParaRPr/>
          </a:p>
        </p:txBody>
      </p:sp>
      <p:sp>
        <p:nvSpPr>
          <p:cNvPr id="490" name="Google Shape;490;p51"/>
          <p:cNvSpPr txBox="1"/>
          <p:nvPr/>
        </p:nvSpPr>
        <p:spPr>
          <a:xfrm>
            <a:off x="-32150" y="1738625"/>
            <a:ext cx="4284600" cy="6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t>(     ,     ,      ,  ,     ) / </a:t>
            </a:r>
            <a:endParaRPr sz="1200"/>
          </a:p>
        </p:txBody>
      </p:sp>
      <p:pic>
        <p:nvPicPr>
          <p:cNvPr id="491" name="Google Shape;491;p51"/>
          <p:cNvPicPr preferRelativeResize="0"/>
          <p:nvPr/>
        </p:nvPicPr>
        <p:blipFill>
          <a:blip r:embed="rId8">
            <a:alphaModFix/>
          </a:blip>
          <a:stretch>
            <a:fillRect/>
          </a:stretch>
        </p:blipFill>
        <p:spPr>
          <a:xfrm>
            <a:off x="2798970" y="2096995"/>
            <a:ext cx="643825" cy="133425"/>
          </a:xfrm>
          <a:prstGeom prst="rect">
            <a:avLst/>
          </a:prstGeom>
          <a:noFill/>
          <a:ln>
            <a:noFill/>
          </a:ln>
        </p:spPr>
      </p:pic>
      <p:pic>
        <p:nvPicPr>
          <p:cNvPr id="492" name="Google Shape;492;p51"/>
          <p:cNvPicPr preferRelativeResize="0"/>
          <p:nvPr/>
        </p:nvPicPr>
        <p:blipFill>
          <a:blip r:embed="rId9">
            <a:alphaModFix/>
          </a:blip>
          <a:stretch>
            <a:fillRect/>
          </a:stretch>
        </p:blipFill>
        <p:spPr>
          <a:xfrm>
            <a:off x="2798972" y="1892772"/>
            <a:ext cx="527347" cy="133425"/>
          </a:xfrm>
          <a:prstGeom prst="rect">
            <a:avLst/>
          </a:prstGeom>
          <a:noFill/>
          <a:ln>
            <a:noFill/>
          </a:ln>
        </p:spPr>
      </p:pic>
      <p:pic>
        <p:nvPicPr>
          <p:cNvPr id="493" name="Google Shape;493;p51"/>
          <p:cNvPicPr preferRelativeResize="0"/>
          <p:nvPr/>
        </p:nvPicPr>
        <p:blipFill>
          <a:blip r:embed="rId10">
            <a:alphaModFix/>
          </a:blip>
          <a:stretch>
            <a:fillRect/>
          </a:stretch>
        </p:blipFill>
        <p:spPr>
          <a:xfrm>
            <a:off x="3367864" y="1892775"/>
            <a:ext cx="1010236" cy="133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2"/>
          <p:cNvSpPr txBox="1"/>
          <p:nvPr>
            <p:ph type="title"/>
          </p:nvPr>
        </p:nvSpPr>
        <p:spPr>
          <a:xfrm>
            <a:off x="620058" y="79343"/>
            <a:ext cx="71604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Lower Bound LR-IRP</a:t>
            </a:r>
            <a:endParaRPr/>
          </a:p>
          <a:p>
            <a:pPr indent="0" lvl="0" marL="0" rtl="0" algn="l">
              <a:spcBef>
                <a:spcPts val="0"/>
              </a:spcBef>
              <a:spcAft>
                <a:spcPts val="0"/>
              </a:spcAft>
              <a:buNone/>
            </a:pPr>
            <a:r>
              <a:rPr lang="en-GB"/>
              <a:t>(Junior Prize winner)</a:t>
            </a:r>
            <a:endParaRPr/>
          </a:p>
          <a:p>
            <a:pPr indent="0" lvl="0" marL="0" rtl="0" algn="l">
              <a:spcBef>
                <a:spcPts val="0"/>
              </a:spcBef>
              <a:spcAft>
                <a:spcPts val="0"/>
              </a:spcAft>
              <a:buNone/>
            </a:pPr>
            <a:r>
              <a:t/>
            </a:r>
            <a:endParaRPr/>
          </a:p>
        </p:txBody>
      </p:sp>
      <p:sp>
        <p:nvSpPr>
          <p:cNvPr id="500" name="Google Shape;500;p52"/>
          <p:cNvSpPr txBox="1"/>
          <p:nvPr>
            <p:ph idx="1" type="body"/>
          </p:nvPr>
        </p:nvSpPr>
        <p:spPr>
          <a:xfrm>
            <a:off x="476950" y="1102875"/>
            <a:ext cx="7952700" cy="3081900"/>
          </a:xfrm>
          <a:prstGeom prst="rect">
            <a:avLst/>
          </a:prstGeom>
        </p:spPr>
        <p:txBody>
          <a:bodyPr anchorCtr="0" anchor="t" bIns="91425" lIns="91425" spcFirstLastPara="1" rIns="91425" wrap="square" tIns="91425">
            <a:noAutofit/>
          </a:bodyPr>
          <a:lstStyle/>
          <a:p>
            <a:pPr indent="-12700" lvl="0" marL="222250" rtl="0" algn="l">
              <a:spcBef>
                <a:spcPts val="300"/>
              </a:spcBef>
              <a:spcAft>
                <a:spcPts val="0"/>
              </a:spcAft>
              <a:buNone/>
            </a:pPr>
            <a:r>
              <a:t/>
            </a:r>
            <a:endParaRPr/>
          </a:p>
        </p:txBody>
      </p:sp>
      <p:sp>
        <p:nvSpPr>
          <p:cNvPr id="501" name="Google Shape;501;p52"/>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sp>
        <p:nvSpPr>
          <p:cNvPr id="502" name="Google Shape;502;p52"/>
          <p:cNvSpPr/>
          <p:nvPr/>
        </p:nvSpPr>
        <p:spPr>
          <a:xfrm>
            <a:off x="659875" y="1056400"/>
            <a:ext cx="2749500" cy="30819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2"/>
                </a:solidFill>
              </a:rPr>
              <a:t>Complexity: </a:t>
            </a:r>
            <a:endParaRPr sz="1200">
              <a:solidFill>
                <a:schemeClr val="lt2"/>
              </a:solidFill>
            </a:endParaRPr>
          </a:p>
          <a:p>
            <a:pPr indent="-304800" lvl="0" marL="457200" marR="0" rtl="0" algn="l">
              <a:spcBef>
                <a:spcPts val="0"/>
              </a:spcBef>
              <a:spcAft>
                <a:spcPts val="0"/>
              </a:spcAft>
              <a:buClr>
                <a:schemeClr val="lt2"/>
              </a:buClr>
              <a:buSzPts val="1200"/>
              <a:buChar char="●"/>
            </a:pPr>
            <a:r>
              <a:rPr lang="en-GB" sz="1200">
                <a:solidFill>
                  <a:schemeClr val="lt2"/>
                </a:solidFill>
              </a:rPr>
              <a:t>The maximal number of delivered customers of base patterns is high when customers' capacities are small</a:t>
            </a:r>
            <a:endParaRPr sz="1200">
              <a:solidFill>
                <a:schemeClr val="lt2"/>
              </a:solidFill>
            </a:endParaRPr>
          </a:p>
          <a:p>
            <a:pPr indent="0" lvl="0" marL="0" marR="0" rtl="0" algn="l">
              <a:spcBef>
                <a:spcPts val="0"/>
              </a:spcBef>
              <a:spcAft>
                <a:spcPts val="0"/>
              </a:spcAft>
              <a:buNone/>
            </a:pPr>
            <a:r>
              <a:t/>
            </a:r>
            <a:endParaRPr sz="1200">
              <a:solidFill>
                <a:schemeClr val="lt2"/>
              </a:solidFill>
            </a:endParaRPr>
          </a:p>
          <a:p>
            <a:pPr indent="-304800" lvl="0" marL="457200" marR="0" rtl="0" algn="l">
              <a:spcBef>
                <a:spcPts val="0"/>
              </a:spcBef>
              <a:spcAft>
                <a:spcPts val="0"/>
              </a:spcAft>
              <a:buClr>
                <a:schemeClr val="lt2"/>
              </a:buClr>
              <a:buSzPts val="1200"/>
              <a:buChar char="●"/>
            </a:pPr>
            <a:r>
              <a:rPr lang="en-GB" sz="1200">
                <a:solidFill>
                  <a:schemeClr val="lt1"/>
                </a:solidFill>
              </a:rPr>
              <a:t>The maximal number of delivered customers is also </a:t>
            </a:r>
            <a:r>
              <a:rPr lang="en-GB" sz="1200">
                <a:solidFill>
                  <a:schemeClr val="lt2"/>
                </a:solidFill>
              </a:rPr>
              <a:t>the maximal size of the traveler salesman problem that we need to solve for each base pattern in order to calculate t(P) and c(P).</a:t>
            </a:r>
            <a:endParaRPr sz="1200">
              <a:solidFill>
                <a:schemeClr val="lt2"/>
              </a:solidFill>
            </a:endParaRPr>
          </a:p>
          <a:p>
            <a:pPr indent="0" lvl="0" marL="0" marR="0" rtl="0" algn="l">
              <a:spcBef>
                <a:spcPts val="0"/>
              </a:spcBef>
              <a:spcAft>
                <a:spcPts val="0"/>
              </a:spcAft>
              <a:buNone/>
            </a:pPr>
            <a:r>
              <a:t/>
            </a:r>
            <a:endParaRPr sz="1200">
              <a:solidFill>
                <a:schemeClr val="lt2"/>
              </a:solidFill>
            </a:endParaRPr>
          </a:p>
        </p:txBody>
      </p:sp>
      <p:sp>
        <p:nvSpPr>
          <p:cNvPr id="503" name="Google Shape;503;p52"/>
          <p:cNvSpPr/>
          <p:nvPr/>
        </p:nvSpPr>
        <p:spPr>
          <a:xfrm>
            <a:off x="4079575" y="247775"/>
            <a:ext cx="2749500" cy="1469100"/>
          </a:xfrm>
          <a:prstGeom prst="roundRect">
            <a:avLst>
              <a:gd fmla="val 16667" name="adj"/>
            </a:avLst>
          </a:prstGeom>
          <a:solidFill>
            <a:srgbClr val="008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2"/>
                </a:solidFill>
              </a:rPr>
              <a:t>Results:</a:t>
            </a:r>
            <a:endParaRPr sz="1200">
              <a:solidFill>
                <a:schemeClr val="lt2"/>
              </a:solidFill>
            </a:endParaRPr>
          </a:p>
          <a:p>
            <a:pPr indent="-298450" lvl="0" marL="457200" rtl="0" algn="l">
              <a:lnSpc>
                <a:spcPct val="115000"/>
              </a:lnSpc>
              <a:spcBef>
                <a:spcPts val="0"/>
              </a:spcBef>
              <a:spcAft>
                <a:spcPts val="0"/>
              </a:spcAft>
              <a:buSzPts val="1100"/>
              <a:buChar char="●"/>
            </a:pPr>
            <a:r>
              <a:rPr lang="en-GB" sz="1200">
                <a:solidFill>
                  <a:schemeClr val="lt2"/>
                </a:solidFill>
              </a:rPr>
              <a:t>In average the lower bound found improve by 51% the basic lower bound computed in TENOR</a:t>
            </a:r>
            <a:r>
              <a:rPr lang="en-GB" sz="1100"/>
              <a:t>.</a:t>
            </a:r>
            <a:endParaRPr sz="1200">
              <a:solidFill>
                <a:schemeClr val="lt2"/>
              </a:solidFill>
            </a:endParaRPr>
          </a:p>
        </p:txBody>
      </p:sp>
      <p:pic>
        <p:nvPicPr>
          <p:cNvPr id="504" name="Google Shape;504;p52"/>
          <p:cNvPicPr preferRelativeResize="0"/>
          <p:nvPr/>
        </p:nvPicPr>
        <p:blipFill>
          <a:blip r:embed="rId3">
            <a:alphaModFix/>
          </a:blip>
          <a:stretch>
            <a:fillRect/>
          </a:stretch>
        </p:blipFill>
        <p:spPr>
          <a:xfrm>
            <a:off x="3953500" y="1834900"/>
            <a:ext cx="4543800" cy="2480600"/>
          </a:xfrm>
          <a:prstGeom prst="rect">
            <a:avLst/>
          </a:prstGeom>
          <a:noFill/>
          <a:ln>
            <a:noFill/>
          </a:ln>
        </p:spPr>
      </p:pic>
      <p:pic>
        <p:nvPicPr>
          <p:cNvPr id="505" name="Google Shape;505;p52"/>
          <p:cNvPicPr preferRelativeResize="0"/>
          <p:nvPr/>
        </p:nvPicPr>
        <p:blipFill>
          <a:blip r:embed="rId4">
            <a:alphaModFix/>
          </a:blip>
          <a:stretch>
            <a:fillRect/>
          </a:stretch>
        </p:blipFill>
        <p:spPr>
          <a:xfrm>
            <a:off x="6869275" y="935850"/>
            <a:ext cx="2208025" cy="304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3"/>
          <p:cNvSpPr txBox="1"/>
          <p:nvPr>
            <p:ph type="title"/>
          </p:nvPr>
        </p:nvSpPr>
        <p:spPr>
          <a:xfrm>
            <a:off x="2625500" y="485720"/>
            <a:ext cx="1876500" cy="123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4</a:t>
            </a:r>
            <a:endParaRPr/>
          </a:p>
        </p:txBody>
      </p:sp>
      <p:sp>
        <p:nvSpPr>
          <p:cNvPr id="512" name="Google Shape;512;p53"/>
          <p:cNvSpPr txBox="1"/>
          <p:nvPr>
            <p:ph idx="1" type="subTitle"/>
          </p:nvPr>
        </p:nvSpPr>
        <p:spPr>
          <a:xfrm>
            <a:off x="2568350" y="1495825"/>
            <a:ext cx="4795800" cy="194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What next? Follow-up of the challenge: Proposed action Plan</a:t>
            </a:r>
            <a:endParaRPr/>
          </a:p>
          <a:p>
            <a:pPr indent="0" lvl="0" marL="0" rtl="0" algn="l">
              <a:spcBef>
                <a:spcPts val="900"/>
              </a:spcBef>
              <a:spcAft>
                <a:spcPts val="0"/>
              </a:spcAft>
              <a:buNone/>
            </a:pPr>
            <a:r>
              <a:t/>
            </a:r>
            <a:endParaRPr/>
          </a:p>
          <a:p>
            <a:pPr indent="0" lvl="0" marL="0" rtl="0" algn="l">
              <a:spcBef>
                <a:spcPts val="0"/>
              </a:spcBef>
              <a:spcAft>
                <a:spcPts val="0"/>
              </a:spcAft>
              <a:buNone/>
            </a:pPr>
            <a:r>
              <a:t/>
            </a:r>
            <a:endParaRPr/>
          </a:p>
          <a:p>
            <a:pPr indent="0" lvl="0" marL="0" rtl="0" algn="l">
              <a:spcBef>
                <a:spcPts val="900"/>
              </a:spcBef>
              <a:spcAft>
                <a:spcPts val="0"/>
              </a:spcAft>
              <a:buNone/>
            </a:pPr>
            <a:r>
              <a:t/>
            </a:r>
            <a:endParaRPr sz="1500">
              <a:solidFill>
                <a:srgbClr val="575756"/>
              </a:solidFill>
            </a:endParaRPr>
          </a:p>
          <a:p>
            <a:pPr indent="0" lvl="0" marL="0" rtl="0" algn="l">
              <a:spcBef>
                <a:spcPts val="0"/>
              </a:spcBef>
              <a:spcAft>
                <a:spcPts val="0"/>
              </a:spcAft>
              <a:buNone/>
            </a:pPr>
            <a:r>
              <a:t/>
            </a:r>
            <a:endParaRPr/>
          </a:p>
        </p:txBody>
      </p:sp>
      <p:sp>
        <p:nvSpPr>
          <p:cNvPr id="513" name="Google Shape;513;p53"/>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4"/>
          <p:cNvSpPr txBox="1"/>
          <p:nvPr>
            <p:ph type="title"/>
          </p:nvPr>
        </p:nvSpPr>
        <p:spPr>
          <a:xfrm>
            <a:off x="620058" y="79343"/>
            <a:ext cx="71604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Practical Short term collaboration options</a:t>
            </a:r>
            <a:endParaRPr/>
          </a:p>
        </p:txBody>
      </p:sp>
      <p:sp>
        <p:nvSpPr>
          <p:cNvPr id="520" name="Google Shape;520;p54"/>
          <p:cNvSpPr txBox="1"/>
          <p:nvPr>
            <p:ph idx="1" type="body"/>
          </p:nvPr>
        </p:nvSpPr>
        <p:spPr>
          <a:xfrm>
            <a:off x="476950" y="1102875"/>
            <a:ext cx="7952700" cy="3376200"/>
          </a:xfrm>
          <a:prstGeom prst="rect">
            <a:avLst/>
          </a:prstGeom>
        </p:spPr>
        <p:txBody>
          <a:bodyPr anchorCtr="0" anchor="t" bIns="91425" lIns="91425" spcFirstLastPara="1" rIns="91425" wrap="square" tIns="91425">
            <a:noAutofit/>
          </a:bodyPr>
          <a:lstStyle/>
          <a:p>
            <a:pPr indent="-304800" lvl="0" marL="596900" rtl="0" algn="just">
              <a:lnSpc>
                <a:spcPct val="115000"/>
              </a:lnSpc>
              <a:spcBef>
                <a:spcPts val="0"/>
              </a:spcBef>
              <a:spcAft>
                <a:spcPts val="0"/>
              </a:spcAft>
              <a:buClr>
                <a:srgbClr val="222222"/>
              </a:buClr>
              <a:buSzPts val="1200"/>
              <a:buFont typeface="Arial"/>
              <a:buChar char="●"/>
            </a:pPr>
            <a:r>
              <a:rPr b="0" lang="en-GB" sz="1200" u="sng">
                <a:solidFill>
                  <a:srgbClr val="222222"/>
                </a:solidFill>
                <a:highlight>
                  <a:srgbClr val="FFFFFF"/>
                </a:highlight>
                <a:latin typeface="Arial"/>
                <a:ea typeface="Arial"/>
                <a:cs typeface="Arial"/>
                <a:sym typeface="Arial"/>
              </a:rPr>
              <a:t>Potential Short term collaborations (in 2018) with Lancaster University (new University for Ahmed Kheiri):</a:t>
            </a:r>
            <a:endParaRPr b="0" sz="1200" u="sng">
              <a:solidFill>
                <a:srgbClr val="222222"/>
              </a:solidFill>
              <a:highlight>
                <a:srgbClr val="FFFFFF"/>
              </a:highlight>
              <a:latin typeface="Arial"/>
              <a:ea typeface="Arial"/>
              <a:cs typeface="Arial"/>
              <a:sym typeface="Arial"/>
            </a:endParaRPr>
          </a:p>
          <a:p>
            <a:pPr indent="-304800" lvl="1" marL="1054100" rtl="0" algn="just">
              <a:lnSpc>
                <a:spcPct val="115000"/>
              </a:lnSpc>
              <a:spcBef>
                <a:spcPts val="0"/>
              </a:spcBef>
              <a:spcAft>
                <a:spcPts val="0"/>
              </a:spcAft>
              <a:buClr>
                <a:srgbClr val="222222"/>
              </a:buClr>
              <a:buSzPts val="1200"/>
              <a:buFont typeface="Arial"/>
              <a:buChar char="○"/>
            </a:pPr>
            <a:r>
              <a:rPr lang="en-GB" sz="1200">
                <a:solidFill>
                  <a:srgbClr val="222222"/>
                </a:solidFill>
                <a:highlight>
                  <a:srgbClr val="FFFFFF"/>
                </a:highlight>
                <a:latin typeface="Arial"/>
                <a:ea typeface="Arial"/>
                <a:cs typeface="Arial"/>
                <a:sym typeface="Arial"/>
              </a:rPr>
              <a:t>Center for Transport &amp; Logistics at Lancaster University </a:t>
            </a:r>
            <a:r>
              <a:rPr lang="en-GB" sz="1200" u="sng">
                <a:solidFill>
                  <a:schemeClr val="hlink"/>
                </a:solidFill>
                <a:highlight>
                  <a:srgbClr val="FFFFFF"/>
                </a:highlight>
                <a:latin typeface="Arial"/>
                <a:ea typeface="Arial"/>
                <a:cs typeface="Arial"/>
                <a:sym typeface="Arial"/>
                <a:hlinkClick r:id="rId3"/>
              </a:rPr>
              <a:t>http://www.lancaster.ac.uk/lums/central/</a:t>
            </a:r>
            <a:r>
              <a:rPr lang="en-GB" sz="1200">
                <a:solidFill>
                  <a:srgbClr val="222222"/>
                </a:solidFill>
                <a:highlight>
                  <a:srgbClr val="FFFFFF"/>
                </a:highlight>
                <a:latin typeface="Arial"/>
                <a:ea typeface="Arial"/>
                <a:cs typeface="Arial"/>
                <a:sym typeface="Arial"/>
              </a:rPr>
              <a:t> led by Konstantinos Zografos </a:t>
            </a:r>
            <a:r>
              <a:rPr lang="en-GB" sz="1200" u="sng">
                <a:solidFill>
                  <a:schemeClr val="hlink"/>
                </a:solidFill>
                <a:highlight>
                  <a:srgbClr val="FFFFFF"/>
                </a:highlight>
                <a:latin typeface="Arial"/>
                <a:ea typeface="Arial"/>
                <a:cs typeface="Arial"/>
                <a:sym typeface="Arial"/>
                <a:hlinkClick r:id="rId4"/>
              </a:rPr>
              <a:t>http://www.lancaster.ac.uk/lums/people/konstantinos-zografos</a:t>
            </a:r>
            <a:r>
              <a:rPr lang="en-GB" sz="1200">
                <a:solidFill>
                  <a:srgbClr val="222222"/>
                </a:solidFill>
                <a:highlight>
                  <a:srgbClr val="FFFFFF"/>
                </a:highlight>
                <a:latin typeface="Arial"/>
                <a:ea typeface="Arial"/>
                <a:cs typeface="Arial"/>
                <a:sym typeface="Arial"/>
              </a:rPr>
              <a:t> </a:t>
            </a:r>
            <a:endParaRPr sz="1200">
              <a:solidFill>
                <a:srgbClr val="222222"/>
              </a:solidFill>
              <a:highlight>
                <a:srgbClr val="FFFFFF"/>
              </a:highlight>
              <a:latin typeface="Arial"/>
              <a:ea typeface="Arial"/>
              <a:cs typeface="Arial"/>
              <a:sym typeface="Arial"/>
            </a:endParaRPr>
          </a:p>
          <a:p>
            <a:pPr indent="-304800" lvl="1" marL="1054100" rtl="0" algn="just">
              <a:lnSpc>
                <a:spcPct val="115000"/>
              </a:lnSpc>
              <a:spcBef>
                <a:spcPts val="0"/>
              </a:spcBef>
              <a:spcAft>
                <a:spcPts val="0"/>
              </a:spcAft>
              <a:buClr>
                <a:srgbClr val="222222"/>
              </a:buClr>
              <a:buSzPts val="1200"/>
              <a:buFont typeface="Arial"/>
              <a:buChar char="○"/>
            </a:pPr>
            <a:r>
              <a:rPr lang="en-GB" sz="1200">
                <a:solidFill>
                  <a:srgbClr val="222222"/>
                </a:solidFill>
                <a:highlight>
                  <a:srgbClr val="FFFFFF"/>
                </a:highlight>
                <a:latin typeface="Arial"/>
                <a:ea typeface="Arial"/>
                <a:cs typeface="Arial"/>
                <a:sym typeface="Arial"/>
              </a:rPr>
              <a:t>Collaborative studies with Ahmed to improve the current solutions by performing new experimentations to </a:t>
            </a:r>
            <a:r>
              <a:rPr b="1" lang="en-GB" sz="1200" u="sng">
                <a:solidFill>
                  <a:srgbClr val="222222"/>
                </a:solidFill>
                <a:highlight>
                  <a:srgbClr val="FFFFFF"/>
                </a:highlight>
                <a:latin typeface="Arial"/>
                <a:ea typeface="Arial"/>
                <a:cs typeface="Arial"/>
                <a:sym typeface="Arial"/>
              </a:rPr>
              <a:t>completing assessment the full potential of the hyperheuristics approach</a:t>
            </a:r>
            <a:r>
              <a:rPr lang="en-GB" sz="1200">
                <a:solidFill>
                  <a:srgbClr val="222222"/>
                </a:solidFill>
                <a:highlight>
                  <a:srgbClr val="FFFFFF"/>
                </a:highlight>
                <a:latin typeface="Arial"/>
                <a:ea typeface="Arial"/>
                <a:cs typeface="Arial"/>
                <a:sym typeface="Arial"/>
              </a:rPr>
              <a:t>:</a:t>
            </a:r>
            <a:endParaRPr sz="1200">
              <a:solidFill>
                <a:srgbClr val="222222"/>
              </a:solidFill>
              <a:highlight>
                <a:srgbClr val="FFFFFF"/>
              </a:highlight>
              <a:latin typeface="Arial"/>
              <a:ea typeface="Arial"/>
              <a:cs typeface="Arial"/>
              <a:sym typeface="Arial"/>
            </a:endParaRPr>
          </a:p>
          <a:p>
            <a:pPr indent="-304800" lvl="2" marL="1511300" rtl="0" algn="just">
              <a:lnSpc>
                <a:spcPct val="115000"/>
              </a:lnSpc>
              <a:spcBef>
                <a:spcPts val="0"/>
              </a:spcBef>
              <a:spcAft>
                <a:spcPts val="0"/>
              </a:spcAft>
              <a:buClr>
                <a:srgbClr val="222222"/>
              </a:buClr>
              <a:buSzPts val="1200"/>
              <a:buFont typeface="Arial"/>
              <a:buChar char="■"/>
            </a:pPr>
            <a:r>
              <a:rPr lang="en-GB">
                <a:solidFill>
                  <a:srgbClr val="222222"/>
                </a:solidFill>
                <a:highlight>
                  <a:srgbClr val="FFFFFF"/>
                </a:highlight>
                <a:latin typeface="Arial"/>
                <a:ea typeface="Arial"/>
                <a:cs typeface="Arial"/>
                <a:sym typeface="Arial"/>
              </a:rPr>
              <a:t>injecting initial solutions provided by AL to be improved by the hyperheuristics (instead of spending too much time on the feasibility phase)</a:t>
            </a:r>
            <a:endParaRPr>
              <a:solidFill>
                <a:srgbClr val="222222"/>
              </a:solidFill>
              <a:highlight>
                <a:srgbClr val="FFFFFF"/>
              </a:highlight>
              <a:latin typeface="Arial"/>
              <a:ea typeface="Arial"/>
              <a:cs typeface="Arial"/>
              <a:sym typeface="Arial"/>
            </a:endParaRPr>
          </a:p>
          <a:p>
            <a:pPr indent="-304800" lvl="2" marL="1511300" rtl="0" algn="just">
              <a:lnSpc>
                <a:spcPct val="115000"/>
              </a:lnSpc>
              <a:spcBef>
                <a:spcPts val="0"/>
              </a:spcBef>
              <a:spcAft>
                <a:spcPts val="0"/>
              </a:spcAft>
              <a:buClr>
                <a:srgbClr val="222222"/>
              </a:buClr>
              <a:buSzPts val="1200"/>
              <a:buFont typeface="Arial"/>
              <a:buChar char="■"/>
            </a:pPr>
            <a:r>
              <a:rPr lang="en-GB">
                <a:solidFill>
                  <a:srgbClr val="222222"/>
                </a:solidFill>
                <a:highlight>
                  <a:srgbClr val="FFFFFF"/>
                </a:highlight>
                <a:latin typeface="Arial"/>
                <a:ea typeface="Arial"/>
                <a:cs typeface="Arial"/>
                <a:sym typeface="Arial"/>
              </a:rPr>
              <a:t>providing new moves that work well to complete the set of Lower Level Heuristics</a:t>
            </a:r>
            <a:endParaRPr>
              <a:solidFill>
                <a:srgbClr val="222222"/>
              </a:solidFill>
              <a:highlight>
                <a:srgbClr val="FFFFFF"/>
              </a:highlight>
              <a:latin typeface="Arial"/>
              <a:ea typeface="Arial"/>
              <a:cs typeface="Arial"/>
              <a:sym typeface="Arial"/>
            </a:endParaRPr>
          </a:p>
          <a:p>
            <a:pPr indent="-304800" lvl="2" marL="1511300" rtl="0" algn="just">
              <a:lnSpc>
                <a:spcPct val="115000"/>
              </a:lnSpc>
              <a:spcBef>
                <a:spcPts val="0"/>
              </a:spcBef>
              <a:spcAft>
                <a:spcPts val="0"/>
              </a:spcAft>
              <a:buClr>
                <a:srgbClr val="222222"/>
              </a:buClr>
              <a:buSzPts val="1200"/>
              <a:buFont typeface="Arial"/>
              <a:buChar char="■"/>
            </a:pPr>
            <a:r>
              <a:rPr lang="en-GB">
                <a:solidFill>
                  <a:srgbClr val="222222"/>
                </a:solidFill>
                <a:highlight>
                  <a:srgbClr val="FFFFFF"/>
                </a:highlight>
                <a:latin typeface="Arial"/>
                <a:ea typeface="Arial"/>
                <a:cs typeface="Arial"/>
                <a:sym typeface="Arial"/>
              </a:rPr>
              <a:t>injecting/reusing previous transition matrices for each optimization phase to check efficiency improvements (instead of starting from scratch)</a:t>
            </a:r>
            <a:endParaRPr>
              <a:solidFill>
                <a:srgbClr val="222222"/>
              </a:solidFill>
              <a:highlight>
                <a:srgbClr val="FFFFFF"/>
              </a:highlight>
              <a:latin typeface="Arial"/>
              <a:ea typeface="Arial"/>
              <a:cs typeface="Arial"/>
              <a:sym typeface="Arial"/>
            </a:endParaRPr>
          </a:p>
          <a:p>
            <a:pPr indent="-304800" lvl="1" marL="1054100" rtl="0" algn="just">
              <a:lnSpc>
                <a:spcPct val="115000"/>
              </a:lnSpc>
              <a:spcBef>
                <a:spcPts val="0"/>
              </a:spcBef>
              <a:spcAft>
                <a:spcPts val="0"/>
              </a:spcAft>
              <a:buClr>
                <a:srgbClr val="222222"/>
              </a:buClr>
              <a:buSzPts val="1200"/>
              <a:buFont typeface="Arial"/>
              <a:buChar char="○"/>
            </a:pPr>
            <a:r>
              <a:rPr lang="en-GB" sz="1200">
                <a:solidFill>
                  <a:srgbClr val="222222"/>
                </a:solidFill>
                <a:highlight>
                  <a:srgbClr val="FFFFFF"/>
                </a:highlight>
                <a:latin typeface="Arial"/>
                <a:ea typeface="Arial"/>
                <a:cs typeface="Arial"/>
                <a:sym typeface="Arial"/>
              </a:rPr>
              <a:t>Code sharing. In order to able to move further in the knowledge of the code and its tuning:</a:t>
            </a:r>
            <a:endParaRPr sz="1200">
              <a:solidFill>
                <a:srgbClr val="222222"/>
              </a:solidFill>
              <a:highlight>
                <a:srgbClr val="FFFFFF"/>
              </a:highlight>
              <a:latin typeface="Arial"/>
              <a:ea typeface="Arial"/>
              <a:cs typeface="Arial"/>
              <a:sym typeface="Arial"/>
            </a:endParaRPr>
          </a:p>
          <a:p>
            <a:pPr indent="-304800" lvl="2" marL="1511300" rtl="0" algn="just">
              <a:lnSpc>
                <a:spcPct val="115000"/>
              </a:lnSpc>
              <a:spcBef>
                <a:spcPts val="0"/>
              </a:spcBef>
              <a:spcAft>
                <a:spcPts val="0"/>
              </a:spcAft>
              <a:buClr>
                <a:srgbClr val="222222"/>
              </a:buClr>
              <a:buSzPts val="1200"/>
              <a:buFont typeface="Arial"/>
              <a:buChar char="■"/>
            </a:pPr>
            <a:r>
              <a:rPr lang="en-GB">
                <a:solidFill>
                  <a:srgbClr val="222222"/>
                </a:solidFill>
                <a:highlight>
                  <a:srgbClr val="FFFFFF"/>
                </a:highlight>
                <a:latin typeface="Arial"/>
                <a:ea typeface="Arial"/>
                <a:cs typeface="Arial"/>
                <a:sym typeface="Arial"/>
              </a:rPr>
              <a:t>checking the possibility to have a licence to share/access the code through a fee or open source : </a:t>
            </a:r>
            <a:endParaRPr>
              <a:solidFill>
                <a:srgbClr val="222222"/>
              </a:solidFill>
              <a:highlight>
                <a:srgbClr val="FFFFFF"/>
              </a:highlight>
              <a:latin typeface="Arial"/>
              <a:ea typeface="Arial"/>
              <a:cs typeface="Arial"/>
              <a:sym typeface="Arial"/>
            </a:endParaRPr>
          </a:p>
          <a:p>
            <a:pPr indent="-304800" lvl="2" marL="1511300" rtl="0" algn="just">
              <a:lnSpc>
                <a:spcPct val="115000"/>
              </a:lnSpc>
              <a:spcBef>
                <a:spcPts val="0"/>
              </a:spcBef>
              <a:spcAft>
                <a:spcPts val="0"/>
              </a:spcAft>
              <a:buClr>
                <a:srgbClr val="222222"/>
              </a:buClr>
              <a:buSzPts val="1200"/>
              <a:buFont typeface="Arial"/>
              <a:buChar char="■"/>
            </a:pPr>
            <a:r>
              <a:rPr lang="en-GB">
                <a:solidFill>
                  <a:srgbClr val="222222"/>
                </a:solidFill>
                <a:highlight>
                  <a:srgbClr val="FFFFFF"/>
                </a:highlight>
                <a:latin typeface="Arial"/>
                <a:ea typeface="Arial"/>
                <a:cs typeface="Arial"/>
                <a:sym typeface="Arial"/>
              </a:rPr>
              <a:t>if access, test on other case studies (large scale) to experiment </a:t>
            </a:r>
            <a:endParaRPr>
              <a:solidFill>
                <a:srgbClr val="222222"/>
              </a:solidFill>
              <a:highlight>
                <a:srgbClr val="FFFFFF"/>
              </a:highlight>
              <a:latin typeface="Arial"/>
              <a:ea typeface="Arial"/>
              <a:cs typeface="Arial"/>
              <a:sym typeface="Arial"/>
            </a:endParaRPr>
          </a:p>
          <a:p>
            <a:pPr indent="-304800" lvl="2" marL="1511300" rtl="0" algn="just">
              <a:lnSpc>
                <a:spcPct val="115000"/>
              </a:lnSpc>
              <a:spcBef>
                <a:spcPts val="0"/>
              </a:spcBef>
              <a:spcAft>
                <a:spcPts val="0"/>
              </a:spcAft>
              <a:buClr>
                <a:srgbClr val="222222"/>
              </a:buClr>
              <a:buSzPts val="1200"/>
              <a:buFont typeface="Arial"/>
              <a:buChar char="■"/>
            </a:pPr>
            <a:r>
              <a:rPr lang="en-GB">
                <a:solidFill>
                  <a:srgbClr val="222222"/>
                </a:solidFill>
                <a:highlight>
                  <a:srgbClr val="FFFFFF"/>
                </a:highlight>
                <a:latin typeface="Arial"/>
                <a:ea typeface="Arial"/>
                <a:cs typeface="Arial"/>
                <a:sym typeface="Arial"/>
              </a:rPr>
              <a:t>evaluate potential code evolutions </a:t>
            </a:r>
            <a:endParaRPr>
              <a:solidFill>
                <a:srgbClr val="222222"/>
              </a:solidFill>
              <a:highlight>
                <a:srgbClr val="FFFFFF"/>
              </a:highlight>
              <a:latin typeface="Arial"/>
              <a:ea typeface="Arial"/>
              <a:cs typeface="Arial"/>
              <a:sym typeface="Arial"/>
            </a:endParaRPr>
          </a:p>
          <a:p>
            <a:pPr indent="0" lvl="0" marL="0" marR="0" rtl="0" algn="just">
              <a:lnSpc>
                <a:spcPct val="115000"/>
              </a:lnSpc>
              <a:spcBef>
                <a:spcPts val="0"/>
              </a:spcBef>
              <a:spcAft>
                <a:spcPts val="0"/>
              </a:spcAft>
              <a:buNone/>
            </a:pPr>
            <a:r>
              <a:t/>
            </a:r>
            <a:endParaRPr b="0" sz="1000">
              <a:solidFill>
                <a:srgbClr val="000000"/>
              </a:solidFill>
            </a:endParaRPr>
          </a:p>
        </p:txBody>
      </p:sp>
      <p:sp>
        <p:nvSpPr>
          <p:cNvPr id="521" name="Google Shape;521;p54"/>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pic>
        <p:nvPicPr>
          <p:cNvPr id="522" name="Google Shape;522;p54"/>
          <p:cNvPicPr preferRelativeResize="0"/>
          <p:nvPr/>
        </p:nvPicPr>
        <p:blipFill>
          <a:blip r:embed="rId5">
            <a:alphaModFix/>
          </a:blip>
          <a:stretch>
            <a:fillRect/>
          </a:stretch>
        </p:blipFill>
        <p:spPr>
          <a:xfrm>
            <a:off x="0" y="3115525"/>
            <a:ext cx="1265750" cy="1265750"/>
          </a:xfrm>
          <a:prstGeom prst="rect">
            <a:avLst/>
          </a:prstGeom>
          <a:noFill/>
          <a:ln>
            <a:noFill/>
          </a:ln>
        </p:spPr>
      </p:pic>
      <p:pic>
        <p:nvPicPr>
          <p:cNvPr id="523" name="Google Shape;523;p54"/>
          <p:cNvPicPr preferRelativeResize="0"/>
          <p:nvPr/>
        </p:nvPicPr>
        <p:blipFill rotWithShape="1">
          <a:blip r:embed="rId6">
            <a:alphaModFix/>
          </a:blip>
          <a:srcRect b="0" l="38579" r="36295" t="20172"/>
          <a:stretch/>
        </p:blipFill>
        <p:spPr>
          <a:xfrm>
            <a:off x="0" y="1662525"/>
            <a:ext cx="1265738" cy="1329575"/>
          </a:xfrm>
          <a:prstGeom prst="rect">
            <a:avLst/>
          </a:prstGeom>
          <a:noFill/>
          <a:ln>
            <a:noFill/>
          </a:ln>
        </p:spPr>
      </p:pic>
      <p:pic>
        <p:nvPicPr>
          <p:cNvPr id="524" name="Google Shape;524;p54"/>
          <p:cNvPicPr preferRelativeResize="0"/>
          <p:nvPr/>
        </p:nvPicPr>
        <p:blipFill>
          <a:blip r:embed="rId7">
            <a:alphaModFix/>
          </a:blip>
          <a:stretch>
            <a:fillRect/>
          </a:stretch>
        </p:blipFill>
        <p:spPr>
          <a:xfrm>
            <a:off x="3282029" y="476575"/>
            <a:ext cx="2935751" cy="626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55"/>
          <p:cNvSpPr txBox="1"/>
          <p:nvPr>
            <p:ph type="title"/>
          </p:nvPr>
        </p:nvSpPr>
        <p:spPr>
          <a:xfrm>
            <a:off x="620049" y="79350"/>
            <a:ext cx="81342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Practical mid-term PhD (2018-2020) collaboration options </a:t>
            </a:r>
            <a:endParaRPr/>
          </a:p>
        </p:txBody>
      </p:sp>
      <p:sp>
        <p:nvSpPr>
          <p:cNvPr id="531" name="Google Shape;531;p55"/>
          <p:cNvSpPr txBox="1"/>
          <p:nvPr>
            <p:ph idx="1" type="body"/>
          </p:nvPr>
        </p:nvSpPr>
        <p:spPr>
          <a:xfrm>
            <a:off x="1590500" y="1117200"/>
            <a:ext cx="7065300" cy="3081900"/>
          </a:xfrm>
          <a:prstGeom prst="rect">
            <a:avLst/>
          </a:prstGeom>
        </p:spPr>
        <p:txBody>
          <a:bodyPr anchorCtr="0" anchor="t" bIns="91425" lIns="91425" spcFirstLastPara="1" rIns="91425" wrap="square" tIns="91425">
            <a:noAutofit/>
          </a:bodyPr>
          <a:lstStyle/>
          <a:p>
            <a:pPr indent="-304800" lvl="0" marL="457200" rtl="0" algn="just">
              <a:lnSpc>
                <a:spcPct val="115000"/>
              </a:lnSpc>
              <a:spcBef>
                <a:spcPts val="0"/>
              </a:spcBef>
              <a:spcAft>
                <a:spcPts val="0"/>
              </a:spcAft>
              <a:buClr>
                <a:srgbClr val="222222"/>
              </a:buClr>
              <a:buSzPts val="1200"/>
              <a:buFont typeface="Arial"/>
              <a:buChar char="●"/>
            </a:pPr>
            <a:r>
              <a:rPr lang="en-GB" sz="1200">
                <a:solidFill>
                  <a:srgbClr val="000000"/>
                </a:solidFill>
                <a:latin typeface="Arial"/>
                <a:ea typeface="Arial"/>
                <a:cs typeface="Arial"/>
                <a:sym typeface="Arial"/>
              </a:rPr>
              <a:t>LIRMM  </a:t>
            </a:r>
            <a:r>
              <a:rPr lang="en-GB" sz="1200" u="sng">
                <a:solidFill>
                  <a:schemeClr val="hlink"/>
                </a:solidFill>
                <a:latin typeface="Arial"/>
                <a:ea typeface="Arial"/>
                <a:cs typeface="Arial"/>
                <a:sym typeface="Arial"/>
                <a:hlinkClick r:id="rId3"/>
              </a:rPr>
              <a:t>http://www.lirmm.fr/</a:t>
            </a:r>
            <a:r>
              <a:rPr lang="en-GB" sz="1200">
                <a:solidFill>
                  <a:srgbClr val="000000"/>
                </a:solidFill>
                <a:latin typeface="Arial"/>
                <a:ea typeface="Arial"/>
                <a:cs typeface="Arial"/>
                <a:sym typeface="Arial"/>
              </a:rPr>
              <a:t>  (Computer Science Lab @ Montpellier University) </a:t>
            </a:r>
            <a:r>
              <a:rPr b="0" lang="en-GB" sz="1200">
                <a:solidFill>
                  <a:srgbClr val="000000"/>
                </a:solidFill>
                <a:latin typeface="Arial"/>
                <a:ea typeface="Arial"/>
                <a:cs typeface="Arial"/>
                <a:sym typeface="Arial"/>
              </a:rPr>
              <a:t>to leverage the knowledge developed within the MAORE team</a:t>
            </a:r>
            <a:r>
              <a:rPr lang="en-GB" sz="1200">
                <a:solidFill>
                  <a:srgbClr val="000000"/>
                </a:solidFill>
                <a:latin typeface="Arial"/>
                <a:ea typeface="Arial"/>
                <a:cs typeface="Arial"/>
                <a:sym typeface="Arial"/>
              </a:rPr>
              <a:t> </a:t>
            </a:r>
            <a:r>
              <a:rPr lang="en-GB" sz="1200" u="sng">
                <a:solidFill>
                  <a:schemeClr val="hlink"/>
                </a:solidFill>
                <a:latin typeface="Arial"/>
                <a:ea typeface="Arial"/>
                <a:cs typeface="Arial"/>
                <a:sym typeface="Arial"/>
                <a:hlinkClick r:id="rId4"/>
              </a:rPr>
              <a:t>http://www.lirmm.fr/lirmm_eng/research/teams/maore</a:t>
            </a:r>
            <a:r>
              <a:rPr lang="en-GB" sz="1200">
                <a:solidFill>
                  <a:srgbClr val="000000"/>
                </a:solidFill>
                <a:latin typeface="Arial"/>
                <a:ea typeface="Arial"/>
                <a:cs typeface="Arial"/>
                <a:sym typeface="Arial"/>
              </a:rPr>
              <a:t>  </a:t>
            </a:r>
            <a:endParaRPr sz="1200">
              <a:solidFill>
                <a:srgbClr val="000000"/>
              </a:solidFill>
              <a:latin typeface="Arial"/>
              <a:ea typeface="Arial"/>
              <a:cs typeface="Arial"/>
              <a:sym typeface="Arial"/>
            </a:endParaRPr>
          </a:p>
          <a:p>
            <a:pPr indent="-304800" lvl="1" marL="914400" rtl="0" algn="just">
              <a:lnSpc>
                <a:spcPct val="115000"/>
              </a:lnSpc>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Advantages:  the team is familiar with the problem :</a:t>
            </a:r>
            <a:endParaRPr sz="1200">
              <a:solidFill>
                <a:srgbClr val="000000"/>
              </a:solidFill>
              <a:latin typeface="Arial"/>
              <a:ea typeface="Arial"/>
              <a:cs typeface="Arial"/>
              <a:sym typeface="Arial"/>
            </a:endParaRPr>
          </a:p>
          <a:p>
            <a:pPr indent="-304800" lvl="2" marL="1371600" rtl="0" algn="just">
              <a:lnSpc>
                <a:spcPct val="115000"/>
              </a:lnSpc>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Prof </a:t>
            </a:r>
            <a:r>
              <a:rPr b="1" lang="en-GB" sz="1200">
                <a:solidFill>
                  <a:srgbClr val="000000"/>
                </a:solidFill>
                <a:latin typeface="Arial"/>
                <a:ea typeface="Arial"/>
                <a:cs typeface="Arial"/>
                <a:sym typeface="Arial"/>
              </a:rPr>
              <a:t>Eric Bourreau</a:t>
            </a:r>
            <a:r>
              <a:rPr lang="en-GB" sz="1200">
                <a:solidFill>
                  <a:srgbClr val="000000"/>
                </a:solidFill>
                <a:latin typeface="Arial"/>
                <a:ea typeface="Arial"/>
                <a:cs typeface="Arial"/>
                <a:sym typeface="Arial"/>
              </a:rPr>
              <a:t> (Head of the Challenge </a:t>
            </a:r>
            <a:r>
              <a:rPr lang="en-GB">
                <a:solidFill>
                  <a:srgbClr val="000000"/>
                </a:solidFill>
                <a:latin typeface="Arial"/>
                <a:ea typeface="Arial"/>
                <a:cs typeface="Arial"/>
                <a:sym typeface="Arial"/>
              </a:rPr>
              <a:t>committee</a:t>
            </a:r>
            <a:r>
              <a:rPr lang="en-GB" sz="1200">
                <a:solidFill>
                  <a:srgbClr val="000000"/>
                </a:solidFill>
                <a:latin typeface="Arial"/>
                <a:ea typeface="Arial"/>
                <a:cs typeface="Arial"/>
                <a:sym typeface="Arial"/>
              </a:rPr>
              <a:t>) </a:t>
            </a:r>
            <a:endParaRPr>
              <a:solidFill>
                <a:srgbClr val="000000"/>
              </a:solidFill>
              <a:latin typeface="Arial"/>
              <a:ea typeface="Arial"/>
              <a:cs typeface="Arial"/>
              <a:sym typeface="Arial"/>
            </a:endParaRPr>
          </a:p>
          <a:p>
            <a:pPr indent="-304800" lvl="2" marL="1371600" rtl="0" algn="just">
              <a:lnSpc>
                <a:spcPct val="115000"/>
              </a:lnSpc>
              <a:spcBef>
                <a:spcPts val="0"/>
              </a:spcBef>
              <a:spcAft>
                <a:spcPts val="0"/>
              </a:spcAft>
              <a:buClr>
                <a:srgbClr val="000000"/>
              </a:buClr>
              <a:buSzPts val="1200"/>
              <a:buFont typeface="Arial"/>
              <a:buChar char="–"/>
            </a:pPr>
            <a:r>
              <a:rPr lang="en-GB">
                <a:solidFill>
                  <a:srgbClr val="000000"/>
                </a:solidFill>
                <a:latin typeface="Arial"/>
                <a:ea typeface="Arial"/>
                <a:cs typeface="Arial"/>
                <a:sym typeface="Arial"/>
              </a:rPr>
              <a:t>Prof Rodolphe Giroudeau (Junior Prize Winner Supervisor)</a:t>
            </a:r>
            <a:endParaRPr>
              <a:solidFill>
                <a:srgbClr val="000000"/>
              </a:solidFill>
              <a:latin typeface="Arial"/>
              <a:ea typeface="Arial"/>
              <a:cs typeface="Arial"/>
              <a:sym typeface="Arial"/>
            </a:endParaRPr>
          </a:p>
          <a:p>
            <a:pPr indent="-311150" lvl="1" marL="914400" rtl="0" algn="just">
              <a:lnSpc>
                <a:spcPct val="115000"/>
              </a:lnSpc>
              <a:spcBef>
                <a:spcPts val="0"/>
              </a:spcBef>
              <a:spcAft>
                <a:spcPts val="0"/>
              </a:spcAft>
              <a:buClr>
                <a:srgbClr val="000000"/>
              </a:buClr>
              <a:buSzPts val="1300"/>
              <a:buFont typeface="Arial"/>
              <a:buChar char="–"/>
            </a:pPr>
            <a:r>
              <a:rPr lang="en-GB">
                <a:solidFill>
                  <a:srgbClr val="000000"/>
                </a:solidFill>
                <a:latin typeface="Arial"/>
                <a:ea typeface="Arial"/>
                <a:cs typeface="Arial"/>
                <a:sym typeface="Arial"/>
              </a:rPr>
              <a:t>Cons: </a:t>
            </a:r>
            <a:endParaRPr>
              <a:solidFill>
                <a:srgbClr val="000000"/>
              </a:solidFill>
              <a:latin typeface="Arial"/>
              <a:ea typeface="Arial"/>
              <a:cs typeface="Arial"/>
              <a:sym typeface="Arial"/>
            </a:endParaRPr>
          </a:p>
          <a:p>
            <a:pPr indent="-304800" lvl="2" marL="1371600" rtl="0" algn="just">
              <a:lnSpc>
                <a:spcPct val="115000"/>
              </a:lnSpc>
              <a:spcBef>
                <a:spcPts val="0"/>
              </a:spcBef>
              <a:spcAft>
                <a:spcPts val="0"/>
              </a:spcAft>
              <a:buClr>
                <a:srgbClr val="000000"/>
              </a:buClr>
              <a:buSzPts val="1200"/>
              <a:buFont typeface="Arial"/>
              <a:buChar char="–"/>
            </a:pPr>
            <a:r>
              <a:rPr lang="en-GB">
                <a:solidFill>
                  <a:srgbClr val="000000"/>
                </a:solidFill>
                <a:latin typeface="Arial"/>
                <a:ea typeface="Arial"/>
                <a:cs typeface="Arial"/>
                <a:sym typeface="Arial"/>
              </a:rPr>
              <a:t>PhD student Jr Prize Winner  Tamara Jovanovic has stopped her PhD </a:t>
            </a:r>
            <a:endParaRPr>
              <a:solidFill>
                <a:srgbClr val="000000"/>
              </a:solidFill>
              <a:latin typeface="Arial"/>
              <a:ea typeface="Arial"/>
              <a:cs typeface="Arial"/>
              <a:sym typeface="Arial"/>
            </a:endParaRPr>
          </a:p>
          <a:p>
            <a:pPr indent="-304800" lvl="2" marL="1371600" rtl="0" algn="just">
              <a:lnSpc>
                <a:spcPct val="115000"/>
              </a:lnSpc>
              <a:spcBef>
                <a:spcPts val="0"/>
              </a:spcBef>
              <a:spcAft>
                <a:spcPts val="0"/>
              </a:spcAft>
              <a:buClr>
                <a:srgbClr val="000000"/>
              </a:buClr>
              <a:buSzPts val="1200"/>
              <a:buFont typeface="Arial"/>
              <a:buChar char="–"/>
            </a:pPr>
            <a:r>
              <a:rPr lang="en-GB">
                <a:solidFill>
                  <a:srgbClr val="000000"/>
                </a:solidFill>
                <a:latin typeface="Arial"/>
                <a:ea typeface="Arial"/>
                <a:cs typeface="Arial"/>
                <a:sym typeface="Arial"/>
              </a:rPr>
              <a:t>Logistically difficult</a:t>
            </a:r>
            <a:endParaRPr>
              <a:solidFill>
                <a:srgbClr val="000000"/>
              </a:solidFill>
              <a:latin typeface="Arial"/>
              <a:ea typeface="Arial"/>
              <a:cs typeface="Arial"/>
              <a:sym typeface="Arial"/>
            </a:endParaRPr>
          </a:p>
          <a:p>
            <a:pPr indent="-285750" lvl="0" marL="457200" rtl="0" algn="just">
              <a:lnSpc>
                <a:spcPct val="115000"/>
              </a:lnSpc>
              <a:spcBef>
                <a:spcPts val="0"/>
              </a:spcBef>
              <a:spcAft>
                <a:spcPts val="0"/>
              </a:spcAft>
              <a:buClr>
                <a:srgbClr val="000000"/>
              </a:buClr>
              <a:buSzPts val="900"/>
              <a:buFont typeface="Arial"/>
              <a:buChar char="●"/>
            </a:pPr>
            <a:r>
              <a:rPr lang="en-GB" sz="1200">
                <a:solidFill>
                  <a:srgbClr val="000000"/>
                </a:solidFill>
                <a:latin typeface="Arial"/>
                <a:ea typeface="Arial"/>
                <a:cs typeface="Arial"/>
                <a:sym typeface="Arial"/>
              </a:rPr>
              <a:t>LIX </a:t>
            </a:r>
            <a:r>
              <a:rPr lang="en-GB" sz="1200" u="sng">
                <a:solidFill>
                  <a:schemeClr val="hlink"/>
                </a:solidFill>
                <a:latin typeface="Arial"/>
                <a:ea typeface="Arial"/>
                <a:cs typeface="Arial"/>
                <a:sym typeface="Arial"/>
                <a:hlinkClick r:id="rId5"/>
              </a:rPr>
              <a:t>https://www.lix.polytechnique.fr/</a:t>
            </a:r>
            <a:r>
              <a:rPr lang="en-GB" sz="1200">
                <a:solidFill>
                  <a:srgbClr val="000000"/>
                </a:solidFill>
                <a:latin typeface="Arial"/>
                <a:ea typeface="Arial"/>
                <a:cs typeface="Arial"/>
                <a:sym typeface="Arial"/>
              </a:rPr>
              <a:t>  (Computer Science Lab @ Ecole Polytechnique)</a:t>
            </a:r>
            <a:endParaRPr>
              <a:solidFill>
                <a:srgbClr val="000000"/>
              </a:solidFill>
              <a:latin typeface="Arial"/>
              <a:ea typeface="Arial"/>
              <a:cs typeface="Arial"/>
              <a:sym typeface="Arial"/>
            </a:endParaRPr>
          </a:p>
          <a:p>
            <a:pPr indent="-311150" lvl="1" marL="914400" rtl="0" algn="just">
              <a:lnSpc>
                <a:spcPct val="115000"/>
              </a:lnSpc>
              <a:spcBef>
                <a:spcPts val="0"/>
              </a:spcBef>
              <a:spcAft>
                <a:spcPts val="0"/>
              </a:spcAft>
              <a:buClr>
                <a:srgbClr val="000000"/>
              </a:buClr>
              <a:buSzPts val="1300"/>
              <a:buFont typeface="Arial"/>
              <a:buChar char="–"/>
            </a:pPr>
            <a:r>
              <a:rPr lang="en-GB">
                <a:solidFill>
                  <a:srgbClr val="000000"/>
                </a:solidFill>
                <a:latin typeface="Arial"/>
                <a:ea typeface="Arial"/>
                <a:cs typeface="Arial"/>
                <a:sym typeface="Arial"/>
              </a:rPr>
              <a:t>Advantages: </a:t>
            </a:r>
            <a:endParaRPr>
              <a:solidFill>
                <a:srgbClr val="000000"/>
              </a:solidFill>
              <a:latin typeface="Arial"/>
              <a:ea typeface="Arial"/>
              <a:cs typeface="Arial"/>
              <a:sym typeface="Arial"/>
            </a:endParaRPr>
          </a:p>
          <a:p>
            <a:pPr indent="-304800" lvl="2" marL="1371600" rtl="0" algn="just">
              <a:lnSpc>
                <a:spcPct val="115000"/>
              </a:lnSpc>
              <a:spcBef>
                <a:spcPts val="0"/>
              </a:spcBef>
              <a:spcAft>
                <a:spcPts val="0"/>
              </a:spcAft>
              <a:buClr>
                <a:srgbClr val="000000"/>
              </a:buClr>
              <a:buSzPts val="1200"/>
              <a:buFont typeface="Arial"/>
              <a:buChar char="–"/>
            </a:pPr>
            <a:r>
              <a:rPr lang="en-GB">
                <a:solidFill>
                  <a:srgbClr val="000000"/>
                </a:solidFill>
                <a:latin typeface="Arial"/>
                <a:ea typeface="Arial"/>
                <a:cs typeface="Arial"/>
                <a:sym typeface="Arial"/>
              </a:rPr>
              <a:t>Extending our current research collaborations around Ecole Polytechnique (on going PhD in Data Science with CMAP - Applied Math Lab) </a:t>
            </a:r>
            <a:endParaRPr>
              <a:solidFill>
                <a:srgbClr val="000000"/>
              </a:solidFill>
              <a:latin typeface="Arial"/>
              <a:ea typeface="Arial"/>
              <a:cs typeface="Arial"/>
              <a:sym typeface="Arial"/>
            </a:endParaRPr>
          </a:p>
          <a:p>
            <a:pPr indent="-304800" lvl="2" marL="1371600" rtl="0" algn="just">
              <a:lnSpc>
                <a:spcPct val="115000"/>
              </a:lnSpc>
              <a:spcBef>
                <a:spcPts val="0"/>
              </a:spcBef>
              <a:spcAft>
                <a:spcPts val="0"/>
              </a:spcAft>
              <a:buClr>
                <a:srgbClr val="000000"/>
              </a:buClr>
              <a:buSzPts val="1200"/>
              <a:buFont typeface="Arial"/>
              <a:buChar char="–"/>
            </a:pPr>
            <a:r>
              <a:rPr lang="en-GB">
                <a:solidFill>
                  <a:srgbClr val="000000"/>
                </a:solidFill>
                <a:latin typeface="Arial"/>
                <a:ea typeface="Arial"/>
                <a:cs typeface="Arial"/>
                <a:sym typeface="Arial"/>
              </a:rPr>
              <a:t>Prof</a:t>
            </a:r>
            <a:r>
              <a:rPr b="1" lang="en-GB">
                <a:solidFill>
                  <a:srgbClr val="000000"/>
                </a:solidFill>
                <a:latin typeface="Arial"/>
                <a:ea typeface="Arial"/>
                <a:cs typeface="Arial"/>
                <a:sym typeface="Arial"/>
              </a:rPr>
              <a:t> Leo Liberti </a:t>
            </a:r>
            <a:r>
              <a:rPr lang="en-GB">
                <a:solidFill>
                  <a:srgbClr val="000000"/>
                </a:solidFill>
                <a:latin typeface="Arial"/>
                <a:ea typeface="Arial"/>
                <a:cs typeface="Arial"/>
                <a:sym typeface="Arial"/>
              </a:rPr>
              <a:t>is a a top Combinatorial Optimization Professor , Former IBM Watson Researcher</a:t>
            </a:r>
            <a:endParaRPr>
              <a:solidFill>
                <a:srgbClr val="000000"/>
              </a:solidFill>
              <a:latin typeface="Arial"/>
              <a:ea typeface="Arial"/>
              <a:cs typeface="Arial"/>
              <a:sym typeface="Arial"/>
            </a:endParaRPr>
          </a:p>
          <a:p>
            <a:pPr indent="-311150" lvl="1" marL="914400" rtl="0" algn="just">
              <a:lnSpc>
                <a:spcPct val="115000"/>
              </a:lnSpc>
              <a:spcBef>
                <a:spcPts val="0"/>
              </a:spcBef>
              <a:spcAft>
                <a:spcPts val="0"/>
              </a:spcAft>
              <a:buClr>
                <a:srgbClr val="000000"/>
              </a:buClr>
              <a:buSzPts val="1300"/>
              <a:buFont typeface="Arial"/>
              <a:buChar char="–"/>
            </a:pPr>
            <a:r>
              <a:rPr lang="en-GB">
                <a:solidFill>
                  <a:srgbClr val="000000"/>
                </a:solidFill>
                <a:latin typeface="Arial"/>
                <a:ea typeface="Arial"/>
                <a:cs typeface="Arial"/>
                <a:sym typeface="Arial"/>
              </a:rPr>
              <a:t>Cons: less familiar with the topic but very fast at identifying the key challenges</a:t>
            </a:r>
            <a:endParaRPr>
              <a:solidFill>
                <a:srgbClr val="000000"/>
              </a:solidFill>
              <a:latin typeface="Arial"/>
              <a:ea typeface="Arial"/>
              <a:cs typeface="Arial"/>
              <a:sym typeface="Arial"/>
            </a:endParaRPr>
          </a:p>
          <a:p>
            <a:pPr indent="0" lvl="0" marL="0" marR="0" rtl="0" algn="just">
              <a:lnSpc>
                <a:spcPct val="115000"/>
              </a:lnSpc>
              <a:spcBef>
                <a:spcPts val="0"/>
              </a:spcBef>
              <a:spcAft>
                <a:spcPts val="0"/>
              </a:spcAft>
              <a:buNone/>
            </a:pPr>
            <a:r>
              <a:t/>
            </a:r>
            <a:endParaRPr b="0" sz="1000">
              <a:solidFill>
                <a:srgbClr val="000000"/>
              </a:solidFill>
              <a:latin typeface="Arial"/>
              <a:ea typeface="Arial"/>
              <a:cs typeface="Arial"/>
              <a:sym typeface="Arial"/>
            </a:endParaRPr>
          </a:p>
        </p:txBody>
      </p:sp>
      <p:sp>
        <p:nvSpPr>
          <p:cNvPr id="532" name="Google Shape;532;p55"/>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pic>
        <p:nvPicPr>
          <p:cNvPr id="533" name="Google Shape;533;p55"/>
          <p:cNvPicPr preferRelativeResize="0"/>
          <p:nvPr/>
        </p:nvPicPr>
        <p:blipFill rotWithShape="1">
          <a:blip r:embed="rId6">
            <a:alphaModFix/>
          </a:blip>
          <a:srcRect b="0" l="0" r="48022" t="0"/>
          <a:stretch/>
        </p:blipFill>
        <p:spPr>
          <a:xfrm>
            <a:off x="59688" y="1198250"/>
            <a:ext cx="1447225" cy="494725"/>
          </a:xfrm>
          <a:prstGeom prst="rect">
            <a:avLst/>
          </a:prstGeom>
          <a:noFill/>
          <a:ln>
            <a:noFill/>
          </a:ln>
        </p:spPr>
      </p:pic>
      <p:pic>
        <p:nvPicPr>
          <p:cNvPr id="534" name="Google Shape;534;p55"/>
          <p:cNvPicPr preferRelativeResize="0"/>
          <p:nvPr/>
        </p:nvPicPr>
        <p:blipFill>
          <a:blip r:embed="rId7">
            <a:alphaModFix/>
          </a:blip>
          <a:stretch>
            <a:fillRect/>
          </a:stretch>
        </p:blipFill>
        <p:spPr>
          <a:xfrm>
            <a:off x="308896" y="1754800"/>
            <a:ext cx="948811" cy="1024940"/>
          </a:xfrm>
          <a:prstGeom prst="rect">
            <a:avLst/>
          </a:prstGeom>
          <a:noFill/>
          <a:ln>
            <a:noFill/>
          </a:ln>
        </p:spPr>
      </p:pic>
      <p:pic>
        <p:nvPicPr>
          <p:cNvPr id="535" name="Google Shape;535;p55"/>
          <p:cNvPicPr preferRelativeResize="0"/>
          <p:nvPr/>
        </p:nvPicPr>
        <p:blipFill rotWithShape="1">
          <a:blip r:embed="rId8">
            <a:alphaModFix/>
          </a:blip>
          <a:srcRect b="0" l="0" r="17992" t="0"/>
          <a:stretch/>
        </p:blipFill>
        <p:spPr>
          <a:xfrm>
            <a:off x="202625" y="3344677"/>
            <a:ext cx="1888975" cy="1151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56"/>
          <p:cNvSpPr txBox="1"/>
          <p:nvPr>
            <p:ph type="title"/>
          </p:nvPr>
        </p:nvSpPr>
        <p:spPr>
          <a:xfrm>
            <a:off x="620049" y="79350"/>
            <a:ext cx="79527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To t</a:t>
            </a:r>
            <a:r>
              <a:rPr lang="en-GB"/>
              <a:t>ackle challenges in line with  IBO R&amp;D project</a:t>
            </a:r>
            <a:endParaRPr/>
          </a:p>
        </p:txBody>
      </p:sp>
      <p:sp>
        <p:nvSpPr>
          <p:cNvPr id="542" name="Google Shape;542;p56"/>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pic>
        <p:nvPicPr>
          <p:cNvPr id="543" name="Google Shape;543;p56"/>
          <p:cNvPicPr preferRelativeResize="0"/>
          <p:nvPr/>
        </p:nvPicPr>
        <p:blipFill>
          <a:blip r:embed="rId3">
            <a:alphaModFix/>
          </a:blip>
          <a:stretch>
            <a:fillRect/>
          </a:stretch>
        </p:blipFill>
        <p:spPr>
          <a:xfrm>
            <a:off x="1634426" y="1030950"/>
            <a:ext cx="6303075" cy="3406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7"/>
          <p:cNvSpPr txBox="1"/>
          <p:nvPr>
            <p:ph type="title"/>
          </p:nvPr>
        </p:nvSpPr>
        <p:spPr>
          <a:xfrm>
            <a:off x="620049" y="79350"/>
            <a:ext cx="7952700" cy="8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To t</a:t>
            </a:r>
            <a:r>
              <a:rPr lang="en-GB"/>
              <a:t>ackle challenges in line with  IBO R&amp;D project</a:t>
            </a:r>
            <a:endParaRPr/>
          </a:p>
        </p:txBody>
      </p:sp>
      <p:sp>
        <p:nvSpPr>
          <p:cNvPr id="550" name="Google Shape;550;p57"/>
          <p:cNvSpPr txBox="1"/>
          <p:nvPr>
            <p:ph idx="1" type="body"/>
          </p:nvPr>
        </p:nvSpPr>
        <p:spPr>
          <a:xfrm>
            <a:off x="476950" y="1102875"/>
            <a:ext cx="7952700" cy="3081900"/>
          </a:xfrm>
          <a:prstGeom prst="rect">
            <a:avLst/>
          </a:prstGeom>
        </p:spPr>
        <p:txBody>
          <a:bodyPr anchorCtr="0" anchor="t" bIns="91425" lIns="91425" spcFirstLastPara="1" rIns="91425" wrap="square" tIns="91425">
            <a:noAutofit/>
          </a:bodyPr>
          <a:lstStyle/>
          <a:p>
            <a:pPr indent="-317500" lvl="0" marL="457200" marR="19050" rtl="0" algn="just">
              <a:lnSpc>
                <a:spcPct val="115000"/>
              </a:lnSpc>
              <a:spcBef>
                <a:spcPts val="0"/>
              </a:spcBef>
              <a:spcAft>
                <a:spcPts val="0"/>
              </a:spcAft>
              <a:buClr>
                <a:srgbClr val="000000"/>
              </a:buClr>
              <a:buSzPts val="1400"/>
              <a:buFont typeface="Arial"/>
              <a:buChar char="●"/>
            </a:pPr>
            <a:r>
              <a:rPr lang="en-GB" sz="1400">
                <a:solidFill>
                  <a:srgbClr val="222222"/>
                </a:solidFill>
                <a:highlight>
                  <a:srgbClr val="FFFFFF"/>
                </a:highlight>
                <a:latin typeface="Arial"/>
                <a:ea typeface="Arial"/>
                <a:cs typeface="Arial"/>
                <a:sym typeface="Arial"/>
              </a:rPr>
              <a:t>IBO.Perform: Interactive Trip Optimizer Next generation</a:t>
            </a:r>
            <a:endParaRPr sz="1400">
              <a:solidFill>
                <a:srgbClr val="222222"/>
              </a:solidFill>
              <a:highlight>
                <a:srgbClr val="FFFFFF"/>
              </a:highlight>
              <a:latin typeface="Arial"/>
              <a:ea typeface="Arial"/>
              <a:cs typeface="Arial"/>
              <a:sym typeface="Arial"/>
            </a:endParaRPr>
          </a:p>
          <a:p>
            <a:pPr indent="-304800" lvl="1" marL="914400" marR="19050" rtl="0" algn="just">
              <a:lnSpc>
                <a:spcPct val="115000"/>
              </a:lnSpc>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Build operational solutions that can be implemented with dispatchers knowledge</a:t>
            </a:r>
            <a:endParaRPr sz="1200">
              <a:solidFill>
                <a:srgbClr val="000000"/>
              </a:solidFill>
              <a:latin typeface="Arial"/>
              <a:ea typeface="Arial"/>
              <a:cs typeface="Arial"/>
              <a:sym typeface="Arial"/>
            </a:endParaRPr>
          </a:p>
          <a:p>
            <a:pPr indent="-304800" lvl="2" marL="1371600" marR="19050" rtl="0" algn="just">
              <a:lnSpc>
                <a:spcPct val="115000"/>
              </a:lnSpc>
              <a:spcBef>
                <a:spcPts val="0"/>
              </a:spcBef>
              <a:spcAft>
                <a:spcPts val="0"/>
              </a:spcAft>
              <a:buClr>
                <a:srgbClr val="000000"/>
              </a:buClr>
              <a:buSzPts val="1200"/>
              <a:buFont typeface="Arial"/>
              <a:buChar char="■"/>
            </a:pPr>
            <a:r>
              <a:rPr lang="en-GB">
                <a:solidFill>
                  <a:srgbClr val="000000"/>
                </a:solidFill>
                <a:latin typeface="Arial"/>
                <a:ea typeface="Arial"/>
                <a:cs typeface="Arial"/>
                <a:sym typeface="Arial"/>
              </a:rPr>
              <a:t>On line improvement of meta heuristics by using learning techniques to improve the success factor of combination of Low Level Heuristics</a:t>
            </a:r>
            <a:endParaRPr>
              <a:solidFill>
                <a:srgbClr val="000000"/>
              </a:solidFill>
              <a:latin typeface="Arial"/>
              <a:ea typeface="Arial"/>
              <a:cs typeface="Arial"/>
              <a:sym typeface="Arial"/>
            </a:endParaRPr>
          </a:p>
          <a:p>
            <a:pPr indent="-304800" lvl="2" marL="1371600" marR="19050" rtl="0" algn="just">
              <a:lnSpc>
                <a:spcPct val="115000"/>
              </a:lnSpc>
              <a:spcBef>
                <a:spcPts val="0"/>
              </a:spcBef>
              <a:spcAft>
                <a:spcPts val="0"/>
              </a:spcAft>
              <a:buClr>
                <a:srgbClr val="000000"/>
              </a:buClr>
              <a:buSzPts val="1200"/>
              <a:buFont typeface="Arial"/>
              <a:buChar char="■"/>
            </a:pPr>
            <a:r>
              <a:rPr lang="en-GB">
                <a:solidFill>
                  <a:srgbClr val="000000"/>
                </a:solidFill>
                <a:latin typeface="Arial"/>
                <a:ea typeface="Arial"/>
                <a:cs typeface="Arial"/>
                <a:sym typeface="Arial"/>
              </a:rPr>
              <a:t>Off line Model Learning by identifying the key features of past routes selected by the dispatchers. </a:t>
            </a:r>
            <a:endParaRPr sz="1200">
              <a:solidFill>
                <a:srgbClr val="000000"/>
              </a:solidFill>
              <a:latin typeface="Arial"/>
              <a:ea typeface="Arial"/>
              <a:cs typeface="Arial"/>
              <a:sym typeface="Arial"/>
            </a:endParaRPr>
          </a:p>
          <a:p>
            <a:pPr indent="0" lvl="0" marL="457200" marR="19050" rtl="0" algn="just">
              <a:lnSpc>
                <a:spcPct val="115000"/>
              </a:lnSpc>
              <a:spcBef>
                <a:spcPts val="0"/>
              </a:spcBef>
              <a:spcAft>
                <a:spcPts val="0"/>
              </a:spcAft>
              <a:buNone/>
            </a:pPr>
            <a:r>
              <a:t/>
            </a:r>
            <a:endParaRPr sz="1200">
              <a:solidFill>
                <a:srgbClr val="000000"/>
              </a:solidFill>
              <a:latin typeface="Arial"/>
              <a:ea typeface="Arial"/>
              <a:cs typeface="Arial"/>
              <a:sym typeface="Arial"/>
            </a:endParaRPr>
          </a:p>
          <a:p>
            <a:pPr indent="-304800" lvl="1" marL="914400" marR="19050" rtl="0" algn="just">
              <a:lnSpc>
                <a:spcPct val="115000"/>
              </a:lnSpc>
              <a:spcBef>
                <a:spcPts val="0"/>
              </a:spcBef>
              <a:spcAft>
                <a:spcPts val="0"/>
              </a:spcAft>
              <a:buClr>
                <a:srgbClr val="000000"/>
              </a:buClr>
              <a:buSzPts val="1200"/>
              <a:buFont typeface="Arial"/>
              <a:buChar char="○"/>
            </a:pPr>
            <a:r>
              <a:rPr b="0" lang="en-GB" sz="1200">
                <a:solidFill>
                  <a:srgbClr val="000000"/>
                </a:solidFill>
                <a:latin typeface="Arial"/>
                <a:ea typeface="Arial"/>
                <a:cs typeface="Arial"/>
                <a:sym typeface="Arial"/>
              </a:rPr>
              <a:t>Optimality Gap to close:  explore/improve lower bounds for extended industrial instances (larger with more constraints than the challenge instances) to measure the performance of current solutions </a:t>
            </a:r>
            <a:endParaRPr sz="1200">
              <a:solidFill>
                <a:srgbClr val="000000"/>
              </a:solidFill>
              <a:latin typeface="Arial"/>
              <a:ea typeface="Arial"/>
              <a:cs typeface="Arial"/>
              <a:sym typeface="Arial"/>
            </a:endParaRPr>
          </a:p>
          <a:p>
            <a:pPr indent="0" lvl="0" marL="457200" marR="19050" rtl="0" algn="just">
              <a:lnSpc>
                <a:spcPct val="115000"/>
              </a:lnSpc>
              <a:spcBef>
                <a:spcPts val="0"/>
              </a:spcBef>
              <a:spcAft>
                <a:spcPts val="0"/>
              </a:spcAft>
              <a:buNone/>
            </a:pPr>
            <a:r>
              <a:t/>
            </a:r>
            <a:endParaRPr sz="1200">
              <a:solidFill>
                <a:srgbClr val="000000"/>
              </a:solidFill>
              <a:latin typeface="Arial"/>
              <a:ea typeface="Arial"/>
              <a:cs typeface="Arial"/>
              <a:sym typeface="Arial"/>
            </a:endParaRPr>
          </a:p>
          <a:p>
            <a:pPr indent="-317500" lvl="0" marL="457200" marR="19050" rtl="0" algn="just">
              <a:lnSpc>
                <a:spcPct val="115000"/>
              </a:lnSpc>
              <a:spcBef>
                <a:spcPts val="0"/>
              </a:spcBef>
              <a:spcAft>
                <a:spcPts val="0"/>
              </a:spcAft>
              <a:buClr>
                <a:srgbClr val="000000"/>
              </a:buClr>
              <a:buSzPts val="1400"/>
              <a:buFont typeface="Arial"/>
              <a:buChar char="●"/>
            </a:pPr>
            <a:r>
              <a:rPr lang="en-GB" sz="1400">
                <a:solidFill>
                  <a:srgbClr val="000000"/>
                </a:solidFill>
                <a:latin typeface="Arial"/>
                <a:ea typeface="Arial"/>
                <a:cs typeface="Arial"/>
                <a:sym typeface="Arial"/>
              </a:rPr>
              <a:t>IBO.Connect &amp; IBO.Forecast : Dynamic Inventory Routing Problem:</a:t>
            </a:r>
            <a:endParaRPr sz="1400">
              <a:solidFill>
                <a:srgbClr val="000000"/>
              </a:solidFill>
              <a:latin typeface="Arial"/>
              <a:ea typeface="Arial"/>
              <a:cs typeface="Arial"/>
              <a:sym typeface="Arial"/>
            </a:endParaRPr>
          </a:p>
          <a:p>
            <a:pPr indent="-304800" lvl="2" marL="1371600" marR="19050" rtl="0" algn="just">
              <a:lnSpc>
                <a:spcPct val="115000"/>
              </a:lnSpc>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Time uncertainty management (travel and delivery times)</a:t>
            </a:r>
            <a:endParaRPr sz="1200">
              <a:solidFill>
                <a:srgbClr val="000000"/>
              </a:solidFill>
              <a:latin typeface="Arial"/>
              <a:ea typeface="Arial"/>
              <a:cs typeface="Arial"/>
              <a:sym typeface="Arial"/>
            </a:endParaRPr>
          </a:p>
          <a:p>
            <a:pPr indent="-304800" lvl="2" marL="1371600" marR="19050" rtl="0" algn="just">
              <a:lnSpc>
                <a:spcPct val="115000"/>
              </a:lnSpc>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Demand uncertainty management (forecasts inaccuracy, call in customers)</a:t>
            </a:r>
            <a:endParaRPr sz="1200">
              <a:solidFill>
                <a:srgbClr val="000000"/>
              </a:solidFill>
              <a:latin typeface="Arial"/>
              <a:ea typeface="Arial"/>
              <a:cs typeface="Arial"/>
              <a:sym typeface="Arial"/>
            </a:endParaRPr>
          </a:p>
          <a:p>
            <a:pPr indent="-304800" lvl="2" marL="1371600" marR="19050" rtl="0" algn="just">
              <a:lnSpc>
                <a:spcPct val="115000"/>
              </a:lnSpc>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End of horizon management with tank level target management for predictable or unpredictable events beyond the end of horizon. </a:t>
            </a:r>
            <a:endParaRPr sz="1200">
              <a:solidFill>
                <a:srgbClr val="000000"/>
              </a:solidFill>
              <a:latin typeface="Arial"/>
              <a:ea typeface="Arial"/>
              <a:cs typeface="Arial"/>
              <a:sym typeface="Arial"/>
            </a:endParaRPr>
          </a:p>
          <a:p>
            <a:pPr indent="0" lvl="0" marL="0" marR="0" rtl="0" algn="just">
              <a:lnSpc>
                <a:spcPct val="115000"/>
              </a:lnSpc>
              <a:spcBef>
                <a:spcPts val="0"/>
              </a:spcBef>
              <a:spcAft>
                <a:spcPts val="0"/>
              </a:spcAft>
              <a:buNone/>
            </a:pPr>
            <a:r>
              <a:t/>
            </a:r>
            <a:endParaRPr sz="1200">
              <a:solidFill>
                <a:srgbClr val="222222"/>
              </a:solidFill>
              <a:highlight>
                <a:srgbClr val="FFFFFF"/>
              </a:highlight>
              <a:latin typeface="Arial"/>
              <a:ea typeface="Arial"/>
              <a:cs typeface="Arial"/>
              <a:sym typeface="Arial"/>
            </a:endParaRPr>
          </a:p>
        </p:txBody>
      </p:sp>
      <p:sp>
        <p:nvSpPr>
          <p:cNvPr id="551" name="Google Shape;551;p57"/>
          <p:cNvSpPr txBox="1"/>
          <p:nvPr>
            <p:ph idx="12" type="sldNum"/>
          </p:nvPr>
        </p:nvSpPr>
        <p:spPr>
          <a:xfrm>
            <a:off x="202618" y="4647982"/>
            <a:ext cx="548700" cy="393600"/>
          </a:xfrm>
          <a:prstGeom prst="rect">
            <a:avLst/>
          </a:prstGeom>
        </p:spPr>
        <p:txBody>
          <a:bodyPr anchorCtr="0" anchor="ctr" bIns="78700" lIns="78700" spcFirstLastPara="1" rIns="78700" wrap="square" tIns="78700">
            <a:noAutofit/>
          </a:bodyPr>
          <a:lstStyle/>
          <a:p>
            <a:pPr indent="0" lvl="0" marL="0" rtl="0" algn="r">
              <a:spcBef>
                <a:spcPts val="0"/>
              </a:spcBef>
              <a:spcAft>
                <a:spcPts val="0"/>
              </a:spcAft>
              <a:buClr>
                <a:schemeClr val="dk1"/>
              </a:buClr>
              <a:buFont typeface="Helvetica Neue"/>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8"/>
          <p:cNvSpPr txBox="1"/>
          <p:nvPr>
            <p:ph type="title"/>
          </p:nvPr>
        </p:nvSpPr>
        <p:spPr>
          <a:xfrm>
            <a:off x="6668614" y="2201291"/>
            <a:ext cx="2376300" cy="123869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Roboto"/>
              <a:buNone/>
            </a:pPr>
            <a:r>
              <a:rPr lang="en-GB"/>
              <a:t>Thank you</a:t>
            </a:r>
            <a:endParaRPr/>
          </a:p>
        </p:txBody>
      </p:sp>
      <p:sp>
        <p:nvSpPr>
          <p:cNvPr id="557" name="Google Shape;557;p58"/>
          <p:cNvSpPr txBox="1"/>
          <p:nvPr>
            <p:ph idx="12" type="sldNum"/>
          </p:nvPr>
        </p:nvSpPr>
        <p:spPr>
          <a:xfrm>
            <a:off x="202618" y="4647982"/>
            <a:ext cx="548699" cy="393600"/>
          </a:xfrm>
          <a:prstGeom prst="rect">
            <a:avLst/>
          </a:prstGeom>
          <a:noFill/>
          <a:ln>
            <a:noFill/>
          </a:ln>
        </p:spPr>
        <p:txBody>
          <a:bodyPr anchorCtr="0" anchor="ctr" bIns="78700" lIns="78700" spcFirstLastPara="1" rIns="78700" wrap="square" tIns="78700">
            <a:noAutofit/>
          </a:bodyPr>
          <a:lstStyle/>
          <a:p>
            <a:pPr indent="0" lvl="0" marL="0" marR="0" rtl="0" algn="r">
              <a:lnSpc>
                <a:spcPct val="100000"/>
              </a:lnSpc>
              <a:spcBef>
                <a:spcPts val="0"/>
              </a:spcBef>
              <a:spcAft>
                <a:spcPts val="0"/>
              </a:spcAft>
              <a:buClr>
                <a:schemeClr val="dk1"/>
              </a:buClr>
              <a:buFont typeface="Helvetica Neue"/>
              <a:buNone/>
            </a:pPr>
            <a:fld id="{00000000-1234-1234-1234-123412341234}" type="slidenum">
              <a:rPr b="1" i="0" lang="en-GB" sz="900" u="none" cap="none" strike="noStrike">
                <a:solidFill>
                  <a:schemeClr val="dk1"/>
                </a:solidFill>
                <a:latin typeface="Roboto"/>
                <a:ea typeface="Roboto"/>
                <a:cs typeface="Roboto"/>
                <a:sym typeface="Roboto"/>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orporate_Internal">
  <a:themeElements>
    <a:clrScheme name="AL">
      <a:dk1>
        <a:srgbClr val="3760A4"/>
      </a:dk1>
      <a:lt1>
        <a:srgbClr val="FFFFFF"/>
      </a:lt1>
      <a:dk2>
        <a:srgbClr val="3760A4"/>
      </a:dk2>
      <a:lt2>
        <a:srgbClr val="FFFFFF"/>
      </a:lt2>
      <a:accent1>
        <a:srgbClr val="3760A4"/>
      </a:accent1>
      <a:accent2>
        <a:srgbClr val="6F6F6E"/>
      </a:accent2>
      <a:accent3>
        <a:srgbClr val="3760A4"/>
      </a:accent3>
      <a:accent4>
        <a:srgbClr val="3760A4"/>
      </a:accent4>
      <a:accent5>
        <a:srgbClr val="3760A4"/>
      </a:accent5>
      <a:accent6>
        <a:srgbClr val="3760A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rporate_Internal">
  <a:themeElements>
    <a:clrScheme name="AL">
      <a:dk1>
        <a:srgbClr val="3760A4"/>
      </a:dk1>
      <a:lt1>
        <a:srgbClr val="FFFFFF"/>
      </a:lt1>
      <a:dk2>
        <a:srgbClr val="3760A4"/>
      </a:dk2>
      <a:lt2>
        <a:srgbClr val="FFFFFF"/>
      </a:lt2>
      <a:accent1>
        <a:srgbClr val="3760A4"/>
      </a:accent1>
      <a:accent2>
        <a:srgbClr val="6F6F6E"/>
      </a:accent2>
      <a:accent3>
        <a:srgbClr val="3760A4"/>
      </a:accent3>
      <a:accent4>
        <a:srgbClr val="3760A4"/>
      </a:accent4>
      <a:accent5>
        <a:srgbClr val="3760A4"/>
      </a:accent5>
      <a:accent6>
        <a:srgbClr val="3760A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